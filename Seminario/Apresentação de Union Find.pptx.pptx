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ial Bold" charset="1" panose="020B0704020202020204"/>
      <p:regular r:id="rId14"/>
    </p:embeddedFont>
    <p:embeddedFont>
      <p:font typeface="Arial" charset="1" panose="020B0604020202020204"/>
      <p:regular r:id="rId15"/>
    </p:embeddedFont>
    <p:embeddedFont>
      <p:font typeface="Arial Bold Italics" charset="1" panose="020B070402020209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jpe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54970" y="2199034"/>
            <a:ext cx="1141012" cy="1687475"/>
            <a:chOff x="0" y="0"/>
            <a:chExt cx="1521349" cy="22499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1333" cy="2249932"/>
            </a:xfrm>
            <a:custGeom>
              <a:avLst/>
              <a:gdLst/>
              <a:ahLst/>
              <a:cxnLst/>
              <a:rect r="r" b="b" t="t" l="l"/>
              <a:pathLst>
                <a:path h="2249932" w="1521333">
                  <a:moveTo>
                    <a:pt x="0" y="0"/>
                  </a:moveTo>
                  <a:lnTo>
                    <a:pt x="1521333" y="0"/>
                  </a:lnTo>
                  <a:lnTo>
                    <a:pt x="1521333" y="2249932"/>
                  </a:lnTo>
                  <a:lnTo>
                    <a:pt x="0" y="2249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57" t="0" r="-7858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93994" y="2282537"/>
            <a:ext cx="1626900" cy="1520468"/>
            <a:chOff x="0" y="0"/>
            <a:chExt cx="2169200" cy="20272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69160" cy="2027301"/>
            </a:xfrm>
            <a:custGeom>
              <a:avLst/>
              <a:gdLst/>
              <a:ahLst/>
              <a:cxnLst/>
              <a:rect r="r" b="b" t="t" l="l"/>
              <a:pathLst>
                <a:path h="2027301" w="2169160">
                  <a:moveTo>
                    <a:pt x="0" y="0"/>
                  </a:moveTo>
                  <a:lnTo>
                    <a:pt x="2169160" y="0"/>
                  </a:lnTo>
                  <a:lnTo>
                    <a:pt x="2169160" y="2027301"/>
                  </a:lnTo>
                  <a:lnTo>
                    <a:pt x="0" y="2027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5188172" y="6842990"/>
            <a:ext cx="2071128" cy="2415310"/>
          </a:xfrm>
          <a:custGeom>
            <a:avLst/>
            <a:gdLst/>
            <a:ahLst/>
            <a:cxnLst/>
            <a:rect r="r" b="b" t="t" l="l"/>
            <a:pathLst>
              <a:path h="2415310" w="2071128">
                <a:moveTo>
                  <a:pt x="0" y="0"/>
                </a:moveTo>
                <a:lnTo>
                  <a:pt x="2071128" y="0"/>
                </a:lnTo>
                <a:lnTo>
                  <a:pt x="2071128" y="2415310"/>
                </a:lnTo>
                <a:lnTo>
                  <a:pt x="0" y="24153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961561" y="4152732"/>
            <a:ext cx="8364877" cy="2429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72"/>
              </a:lnSpc>
            </a:pPr>
            <a:r>
              <a:rPr lang="en-US" sz="12338" b="true">
                <a:solidFill>
                  <a:srgbClr val="060506"/>
                </a:solidFill>
                <a:latin typeface="Arial Bold"/>
                <a:ea typeface="Arial Bold"/>
                <a:cs typeface="Arial Bold"/>
                <a:sym typeface="Arial Bold"/>
              </a:rPr>
              <a:t>Union Find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90082" y="4119712"/>
            <a:ext cx="8336356" cy="652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 spc="204">
                <a:solidFill>
                  <a:srgbClr val="060506"/>
                </a:solidFill>
                <a:latin typeface="Arial Bold"/>
                <a:ea typeface="Arial Bold"/>
                <a:cs typeface="Arial Bold"/>
                <a:sym typeface="Arial Bold"/>
              </a:rPr>
              <a:t>ESTRUTURA DE DADOS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322665"/>
            <a:ext cx="4368590" cy="193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6"/>
              </a:lnSpc>
            </a:pPr>
            <a:r>
              <a:rPr lang="en-US" sz="2148">
                <a:solidFill>
                  <a:srgbClr val="060506"/>
                </a:solidFill>
                <a:latin typeface="Arial"/>
                <a:ea typeface="Arial"/>
                <a:cs typeface="Arial"/>
                <a:sym typeface="Arial"/>
              </a:rPr>
              <a:t>Gabriel de Freitas Jatobá</a:t>
            </a:r>
          </a:p>
          <a:p>
            <a:pPr algn="l">
              <a:lnSpc>
                <a:spcPts val="3006"/>
              </a:lnSpc>
            </a:pPr>
            <a:r>
              <a:rPr lang="en-US" sz="2148">
                <a:solidFill>
                  <a:srgbClr val="060506"/>
                </a:solidFill>
                <a:latin typeface="Arial"/>
                <a:ea typeface="Arial"/>
                <a:cs typeface="Arial"/>
                <a:sym typeface="Arial"/>
              </a:rPr>
              <a:t>Gustavo Avelino Martins</a:t>
            </a:r>
          </a:p>
          <a:p>
            <a:pPr algn="l">
              <a:lnSpc>
                <a:spcPts val="3006"/>
              </a:lnSpc>
            </a:pPr>
            <a:r>
              <a:rPr lang="en-US" sz="2148">
                <a:solidFill>
                  <a:srgbClr val="060506"/>
                </a:solidFill>
                <a:latin typeface="Arial"/>
                <a:ea typeface="Arial"/>
                <a:cs typeface="Arial"/>
                <a:sym typeface="Arial"/>
              </a:rPr>
              <a:t>Joenderson Mateus Santos da Silva</a:t>
            </a:r>
          </a:p>
          <a:p>
            <a:pPr algn="l">
              <a:lnSpc>
                <a:spcPts val="3006"/>
              </a:lnSpc>
            </a:pPr>
            <a:r>
              <a:rPr lang="en-US" sz="2148">
                <a:solidFill>
                  <a:srgbClr val="060506"/>
                </a:solidFill>
                <a:latin typeface="Arial"/>
                <a:ea typeface="Arial"/>
                <a:cs typeface="Arial"/>
                <a:sym typeface="Arial"/>
              </a:rPr>
              <a:t>Miguel Ângelo Teles dos Santos</a:t>
            </a:r>
          </a:p>
          <a:p>
            <a:pPr algn="l">
              <a:lnSpc>
                <a:spcPts val="3006"/>
              </a:lnSpc>
            </a:pPr>
            <a:r>
              <a:rPr lang="en-US" sz="2148">
                <a:solidFill>
                  <a:srgbClr val="060506"/>
                </a:solidFill>
                <a:latin typeface="Arial"/>
                <a:ea typeface="Arial"/>
                <a:cs typeface="Arial"/>
                <a:sym typeface="Arial"/>
              </a:rPr>
              <a:t>Ryan Gabriel da Silva Sales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33841" y="8338610"/>
            <a:ext cx="621862" cy="919690"/>
            <a:chOff x="0" y="0"/>
            <a:chExt cx="829149" cy="12262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9183" cy="1226312"/>
            </a:xfrm>
            <a:custGeom>
              <a:avLst/>
              <a:gdLst/>
              <a:ahLst/>
              <a:cxnLst/>
              <a:rect r="r" b="b" t="t" l="l"/>
              <a:pathLst>
                <a:path h="1226312" w="829183">
                  <a:moveTo>
                    <a:pt x="0" y="0"/>
                  </a:moveTo>
                  <a:lnTo>
                    <a:pt x="829183" y="0"/>
                  </a:lnTo>
                  <a:lnTo>
                    <a:pt x="829183" y="1226312"/>
                  </a:lnTo>
                  <a:lnTo>
                    <a:pt x="0" y="1226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57" t="0" r="-785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372624" y="8384120"/>
            <a:ext cx="886676" cy="828670"/>
            <a:chOff x="0" y="0"/>
            <a:chExt cx="1182235" cy="11048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82243" cy="1104900"/>
            </a:xfrm>
            <a:custGeom>
              <a:avLst/>
              <a:gdLst/>
              <a:ahLst/>
              <a:cxnLst/>
              <a:rect r="r" b="b" t="t" l="l"/>
              <a:pathLst>
                <a:path h="1104900" w="1182243">
                  <a:moveTo>
                    <a:pt x="0" y="0"/>
                  </a:moveTo>
                  <a:lnTo>
                    <a:pt x="1182243" y="0"/>
                  </a:lnTo>
                  <a:lnTo>
                    <a:pt x="1182243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704850"/>
            <a:ext cx="11741467" cy="1351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519"/>
              </a:lnSpc>
            </a:pPr>
            <a:r>
              <a:rPr lang="en-US" sz="6800" b="true">
                <a:solidFill>
                  <a:srgbClr val="060506"/>
                </a:solidFill>
                <a:latin typeface="Arial Bold"/>
                <a:ea typeface="Arial Bold"/>
                <a:cs typeface="Arial Bold"/>
                <a:sym typeface="Arial Bold"/>
              </a:rPr>
              <a:t>Introdução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2451577"/>
            <a:ext cx="16230600" cy="6806723"/>
            <a:chOff x="0" y="0"/>
            <a:chExt cx="21640800" cy="907563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2154925"/>
              <a:ext cx="12213009" cy="6920705"/>
              <a:chOff x="0" y="0"/>
              <a:chExt cx="12213009" cy="692070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2212955" cy="6920738"/>
              </a:xfrm>
              <a:custGeom>
                <a:avLst/>
                <a:gdLst/>
                <a:ahLst/>
                <a:cxnLst/>
                <a:rect r="r" b="b" t="t" l="l"/>
                <a:pathLst>
                  <a:path h="6920738" w="12212955">
                    <a:moveTo>
                      <a:pt x="0" y="0"/>
                    </a:moveTo>
                    <a:lnTo>
                      <a:pt x="12212955" y="0"/>
                    </a:lnTo>
                    <a:lnTo>
                      <a:pt x="12212955" y="6920738"/>
                    </a:lnTo>
                    <a:lnTo>
                      <a:pt x="0" y="69207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0" r="0" b="0"/>
                </a:stretch>
              </a:blip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7892638" y="1314672"/>
              <a:ext cx="5871275" cy="5871275"/>
              <a:chOff x="0" y="0"/>
              <a:chExt cx="5871275" cy="587127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88900" y="88900"/>
                <a:ext cx="5043678" cy="5043805"/>
              </a:xfrm>
              <a:custGeom>
                <a:avLst/>
                <a:gdLst/>
                <a:ahLst/>
                <a:cxnLst/>
                <a:rect r="r" b="b" t="t" l="l"/>
                <a:pathLst>
                  <a:path h="5043805" w="5043678">
                    <a:moveTo>
                      <a:pt x="2521839" y="0"/>
                    </a:moveTo>
                    <a:cubicBezTo>
                      <a:pt x="1129030" y="0"/>
                      <a:pt x="0" y="1129030"/>
                      <a:pt x="0" y="2521839"/>
                    </a:cubicBezTo>
                    <a:cubicBezTo>
                      <a:pt x="0" y="3914648"/>
                      <a:pt x="1129030" y="5043805"/>
                      <a:pt x="2521839" y="5043805"/>
                    </a:cubicBezTo>
                    <a:cubicBezTo>
                      <a:pt x="3914648" y="5043805"/>
                      <a:pt x="5043678" y="3914775"/>
                      <a:pt x="5043678" y="2521966"/>
                    </a:cubicBezTo>
                    <a:cubicBezTo>
                      <a:pt x="5043678" y="1129157"/>
                      <a:pt x="3914648" y="0"/>
                      <a:pt x="2521839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-30864" t="-1762" r="-43748" b="-14643"/>
                </a:stretch>
              </a:blip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221605" cy="5221478"/>
              </a:xfrm>
              <a:custGeom>
                <a:avLst/>
                <a:gdLst/>
                <a:ahLst/>
                <a:cxnLst/>
                <a:rect r="r" b="b" t="t" l="l"/>
                <a:pathLst>
                  <a:path h="5221478" w="5221605">
                    <a:moveTo>
                      <a:pt x="2610739" y="177800"/>
                    </a:moveTo>
                    <a:cubicBezTo>
                      <a:pt x="1267079" y="177800"/>
                      <a:pt x="177800" y="1267079"/>
                      <a:pt x="177800" y="2610739"/>
                    </a:cubicBezTo>
                    <a:lnTo>
                      <a:pt x="88900" y="2610739"/>
                    </a:lnTo>
                    <a:lnTo>
                      <a:pt x="177800" y="2610739"/>
                    </a:lnTo>
                    <a:cubicBezTo>
                      <a:pt x="177800" y="3954399"/>
                      <a:pt x="1267079" y="5043678"/>
                      <a:pt x="2610739" y="5043678"/>
                    </a:cubicBezTo>
                    <a:lnTo>
                      <a:pt x="2610739" y="5132578"/>
                    </a:lnTo>
                    <a:lnTo>
                      <a:pt x="2610739" y="5043678"/>
                    </a:lnTo>
                    <a:cubicBezTo>
                      <a:pt x="3954399" y="5043678"/>
                      <a:pt x="5043678" y="3954399"/>
                      <a:pt x="5043678" y="2610739"/>
                    </a:cubicBezTo>
                    <a:lnTo>
                      <a:pt x="5132578" y="2610739"/>
                    </a:lnTo>
                    <a:lnTo>
                      <a:pt x="5043678" y="2610739"/>
                    </a:lnTo>
                    <a:cubicBezTo>
                      <a:pt x="5043805" y="1267079"/>
                      <a:pt x="3954526" y="177800"/>
                      <a:pt x="2610739" y="177800"/>
                    </a:cubicBezTo>
                    <a:lnTo>
                      <a:pt x="2610739" y="88900"/>
                    </a:lnTo>
                    <a:lnTo>
                      <a:pt x="2610739" y="177800"/>
                    </a:lnTo>
                    <a:moveTo>
                      <a:pt x="2610739" y="0"/>
                    </a:moveTo>
                    <a:cubicBezTo>
                      <a:pt x="4052697" y="0"/>
                      <a:pt x="5221605" y="1168908"/>
                      <a:pt x="5221605" y="2610739"/>
                    </a:cubicBezTo>
                    <a:cubicBezTo>
                      <a:pt x="5221605" y="4052697"/>
                      <a:pt x="4052697" y="5221478"/>
                      <a:pt x="2610866" y="5221478"/>
                    </a:cubicBezTo>
                    <a:cubicBezTo>
                      <a:pt x="1169035" y="5221478"/>
                      <a:pt x="0" y="4052697"/>
                      <a:pt x="0" y="2610739"/>
                    </a:cubicBezTo>
                    <a:cubicBezTo>
                      <a:pt x="0" y="1168781"/>
                      <a:pt x="1168908" y="0"/>
                      <a:pt x="2610739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</p:grpSp>
        <p:sp>
          <p:nvSpPr>
            <p:cNvPr name="Freeform 15" id="15"/>
            <p:cNvSpPr/>
            <p:nvPr/>
          </p:nvSpPr>
          <p:spPr>
            <a:xfrm flipH="false" flipV="false" rot="-7485889">
              <a:off x="6096516" y="3780133"/>
              <a:ext cx="4036523" cy="3804423"/>
            </a:xfrm>
            <a:custGeom>
              <a:avLst/>
              <a:gdLst/>
              <a:ahLst/>
              <a:cxnLst/>
              <a:rect r="r" b="b" t="t" l="l"/>
              <a:pathLst>
                <a:path h="3804423" w="4036523">
                  <a:moveTo>
                    <a:pt x="0" y="0"/>
                  </a:moveTo>
                  <a:lnTo>
                    <a:pt x="4036523" y="0"/>
                  </a:lnTo>
                  <a:lnTo>
                    <a:pt x="4036523" y="3804423"/>
                  </a:lnTo>
                  <a:lnTo>
                    <a:pt x="0" y="3804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-47" r="0" b="-4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0" y="-66675"/>
              <a:ext cx="21640800" cy="752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85678" indent="-228559" lvl="2">
                <a:lnSpc>
                  <a:spcPts val="4198"/>
                </a:lnSpc>
                <a:buFont typeface="Arial"/>
                <a:buChar char="⚬"/>
              </a:pPr>
              <a:r>
                <a:rPr lang="en-US" sz="2999">
                  <a:solidFill>
                    <a:srgbClr val="060506"/>
                  </a:solidFill>
                  <a:latin typeface="Arial"/>
                  <a:ea typeface="Arial"/>
                  <a:cs typeface="Arial"/>
                  <a:sym typeface="Arial"/>
                </a:rPr>
                <a:t>No Campus AC Simões, vivem </a:t>
              </a:r>
              <a:r>
                <a:rPr lang="en-US" b="true" sz="2999">
                  <a:solidFill>
                    <a:srgbClr val="06050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 saguins</a:t>
              </a:r>
              <a:r>
                <a:rPr lang="en-US" sz="2999">
                  <a:solidFill>
                    <a:srgbClr val="060506"/>
                  </a:solidFill>
                  <a:latin typeface="Arial"/>
                  <a:ea typeface="Arial"/>
                  <a:cs typeface="Arial"/>
                  <a:sym typeface="Arial"/>
                </a:rPr>
                <a:t>, convenientemente numerados de 1 a N.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041324" y="3681217"/>
            <a:ext cx="6217976" cy="3944531"/>
            <a:chOff x="0" y="0"/>
            <a:chExt cx="8290635" cy="5259375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66675"/>
              <a:ext cx="8290635" cy="2149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85678" indent="-228559" lvl="2">
                <a:lnSpc>
                  <a:spcPts val="4198"/>
                </a:lnSpc>
                <a:buFont typeface="Arial"/>
                <a:buChar char="⚬"/>
              </a:pPr>
              <a:r>
                <a:rPr lang="en-US" sz="2999">
                  <a:solidFill>
                    <a:srgbClr val="060506"/>
                  </a:solidFill>
                  <a:latin typeface="Arial"/>
                  <a:ea typeface="Arial"/>
                  <a:cs typeface="Arial"/>
                  <a:sym typeface="Arial"/>
                </a:rPr>
                <a:t>Inicialmente, </a:t>
              </a:r>
              <a:r>
                <a:rPr lang="en-US" b="true" sz="2999">
                  <a:solidFill>
                    <a:srgbClr val="06050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cada sagui vive de forma independente</a:t>
              </a:r>
              <a:r>
                <a:rPr lang="en-US" sz="2999">
                  <a:solidFill>
                    <a:srgbClr val="060506"/>
                  </a:solidFill>
                  <a:latin typeface="Arial"/>
                  <a:ea typeface="Arial"/>
                  <a:cs typeface="Arial"/>
                  <a:sym typeface="Arial"/>
                </a:rPr>
                <a:t>, formando</a:t>
              </a:r>
              <a:r>
                <a:rPr lang="en-US" b="true" sz="2999">
                  <a:solidFill>
                    <a:srgbClr val="06050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“seu próprio grupo.”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3460824" y="2603481"/>
              <a:ext cx="2655893" cy="2655893"/>
              <a:chOff x="0" y="0"/>
              <a:chExt cx="2655893" cy="265589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57150" y="57150"/>
                <a:ext cx="2402586" cy="2402586"/>
              </a:xfrm>
              <a:custGeom>
                <a:avLst/>
                <a:gdLst/>
                <a:ahLst/>
                <a:cxnLst/>
                <a:rect r="r" b="b" t="t" l="l"/>
                <a:pathLst>
                  <a:path h="2402586" w="2402586">
                    <a:moveTo>
                      <a:pt x="1201293" y="0"/>
                    </a:moveTo>
                    <a:cubicBezTo>
                      <a:pt x="537845" y="0"/>
                      <a:pt x="0" y="537845"/>
                      <a:pt x="0" y="1201293"/>
                    </a:cubicBezTo>
                    <a:cubicBezTo>
                      <a:pt x="0" y="1864741"/>
                      <a:pt x="537845" y="2402586"/>
                      <a:pt x="1201293" y="2402586"/>
                    </a:cubicBezTo>
                    <a:cubicBezTo>
                      <a:pt x="1864741" y="2402586"/>
                      <a:pt x="2402586" y="1864741"/>
                      <a:pt x="2402586" y="1201293"/>
                    </a:cubicBezTo>
                    <a:cubicBezTo>
                      <a:pt x="2402586" y="537845"/>
                      <a:pt x="1864741" y="0"/>
                      <a:pt x="1201293" y="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-29934" t="-2378" r="-35720" b="-8164"/>
                </a:stretch>
              </a:blip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516886" cy="2516886"/>
              </a:xfrm>
              <a:custGeom>
                <a:avLst/>
                <a:gdLst/>
                <a:ahLst/>
                <a:cxnLst/>
                <a:rect r="r" b="b" t="t" l="l"/>
                <a:pathLst>
                  <a:path h="2516886" w="2516886">
                    <a:moveTo>
                      <a:pt x="1258443" y="114300"/>
                    </a:moveTo>
                    <a:cubicBezTo>
                      <a:pt x="626491" y="114300"/>
                      <a:pt x="114300" y="626491"/>
                      <a:pt x="114300" y="1258443"/>
                    </a:cubicBezTo>
                    <a:lnTo>
                      <a:pt x="57150" y="1258443"/>
                    </a:lnTo>
                    <a:lnTo>
                      <a:pt x="114300" y="1258443"/>
                    </a:lnTo>
                    <a:cubicBezTo>
                      <a:pt x="114300" y="1890268"/>
                      <a:pt x="626491" y="2402586"/>
                      <a:pt x="1258443" y="2402586"/>
                    </a:cubicBezTo>
                    <a:lnTo>
                      <a:pt x="1258443" y="2459736"/>
                    </a:lnTo>
                    <a:lnTo>
                      <a:pt x="1258443" y="2402586"/>
                    </a:lnTo>
                    <a:cubicBezTo>
                      <a:pt x="1890268" y="2402586"/>
                      <a:pt x="2402586" y="1890395"/>
                      <a:pt x="2402586" y="1258443"/>
                    </a:cubicBezTo>
                    <a:lnTo>
                      <a:pt x="2459736" y="1258443"/>
                    </a:lnTo>
                    <a:lnTo>
                      <a:pt x="2402586" y="1258443"/>
                    </a:lnTo>
                    <a:cubicBezTo>
                      <a:pt x="2402459" y="626491"/>
                      <a:pt x="1890268" y="114300"/>
                      <a:pt x="1258443" y="114300"/>
                    </a:cubicBezTo>
                    <a:lnTo>
                      <a:pt x="1258443" y="57150"/>
                    </a:lnTo>
                    <a:lnTo>
                      <a:pt x="1258443" y="114300"/>
                    </a:lnTo>
                    <a:moveTo>
                      <a:pt x="1258443" y="0"/>
                    </a:moveTo>
                    <a:cubicBezTo>
                      <a:pt x="1953387" y="0"/>
                      <a:pt x="2516886" y="563372"/>
                      <a:pt x="2516886" y="1258443"/>
                    </a:cubicBezTo>
                    <a:cubicBezTo>
                      <a:pt x="2516886" y="1953514"/>
                      <a:pt x="1953514" y="2516886"/>
                      <a:pt x="1258443" y="2516886"/>
                    </a:cubicBezTo>
                    <a:cubicBezTo>
                      <a:pt x="563372" y="2516886"/>
                      <a:pt x="0" y="1953387"/>
                      <a:pt x="0" y="1258443"/>
                    </a:cubicBezTo>
                    <a:cubicBezTo>
                      <a:pt x="0" y="563499"/>
                      <a:pt x="563372" y="0"/>
                      <a:pt x="1258443" y="0"/>
                    </a:cubicBezTo>
                    <a:close/>
                  </a:path>
                </a:pathLst>
              </a:custGeom>
              <a:solidFill>
                <a:srgbClr val="1496D9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782539" y="2603481"/>
              <a:ext cx="2655893" cy="2655893"/>
              <a:chOff x="0" y="0"/>
              <a:chExt cx="2655893" cy="265589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57150" y="57150"/>
                <a:ext cx="2402586" cy="2402586"/>
              </a:xfrm>
              <a:custGeom>
                <a:avLst/>
                <a:gdLst/>
                <a:ahLst/>
                <a:cxnLst/>
                <a:rect r="r" b="b" t="t" l="l"/>
                <a:pathLst>
                  <a:path h="2402586" w="2402586">
                    <a:moveTo>
                      <a:pt x="1201293" y="0"/>
                    </a:moveTo>
                    <a:cubicBezTo>
                      <a:pt x="537845" y="0"/>
                      <a:pt x="0" y="537845"/>
                      <a:pt x="0" y="1201293"/>
                    </a:cubicBezTo>
                    <a:cubicBezTo>
                      <a:pt x="0" y="1864741"/>
                      <a:pt x="537845" y="2402586"/>
                      <a:pt x="1201293" y="2402586"/>
                    </a:cubicBezTo>
                    <a:cubicBezTo>
                      <a:pt x="1864741" y="2402586"/>
                      <a:pt x="2402586" y="1864741"/>
                      <a:pt x="2402586" y="1201293"/>
                    </a:cubicBezTo>
                    <a:cubicBezTo>
                      <a:pt x="2402586" y="537845"/>
                      <a:pt x="1864741" y="0"/>
                      <a:pt x="1201293" y="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-29934" t="-2378" r="-35720" b="-8164"/>
                </a:stretch>
              </a:blipFill>
            </p:spPr>
          </p:sp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516886" cy="2516886"/>
              </a:xfrm>
              <a:custGeom>
                <a:avLst/>
                <a:gdLst/>
                <a:ahLst/>
                <a:cxnLst/>
                <a:rect r="r" b="b" t="t" l="l"/>
                <a:pathLst>
                  <a:path h="2516886" w="2516886">
                    <a:moveTo>
                      <a:pt x="1258443" y="114300"/>
                    </a:moveTo>
                    <a:cubicBezTo>
                      <a:pt x="626491" y="114300"/>
                      <a:pt x="114300" y="626491"/>
                      <a:pt x="114300" y="1258443"/>
                    </a:cubicBezTo>
                    <a:lnTo>
                      <a:pt x="57150" y="1258443"/>
                    </a:lnTo>
                    <a:lnTo>
                      <a:pt x="114300" y="1258443"/>
                    </a:lnTo>
                    <a:cubicBezTo>
                      <a:pt x="114300" y="1890268"/>
                      <a:pt x="626491" y="2402586"/>
                      <a:pt x="1258443" y="2402586"/>
                    </a:cubicBezTo>
                    <a:lnTo>
                      <a:pt x="1258443" y="2459736"/>
                    </a:lnTo>
                    <a:lnTo>
                      <a:pt x="1258443" y="2402586"/>
                    </a:lnTo>
                    <a:cubicBezTo>
                      <a:pt x="1890268" y="2402586"/>
                      <a:pt x="2402586" y="1890395"/>
                      <a:pt x="2402586" y="1258443"/>
                    </a:cubicBezTo>
                    <a:lnTo>
                      <a:pt x="2459736" y="1258443"/>
                    </a:lnTo>
                    <a:lnTo>
                      <a:pt x="2402586" y="1258443"/>
                    </a:lnTo>
                    <a:cubicBezTo>
                      <a:pt x="2402459" y="626491"/>
                      <a:pt x="1890268" y="114300"/>
                      <a:pt x="1258443" y="114300"/>
                    </a:cubicBezTo>
                    <a:lnTo>
                      <a:pt x="1258443" y="57150"/>
                    </a:lnTo>
                    <a:lnTo>
                      <a:pt x="1258443" y="114300"/>
                    </a:lnTo>
                    <a:moveTo>
                      <a:pt x="1258443" y="0"/>
                    </a:moveTo>
                    <a:cubicBezTo>
                      <a:pt x="1953387" y="0"/>
                      <a:pt x="2516886" y="563372"/>
                      <a:pt x="2516886" y="1258443"/>
                    </a:cubicBezTo>
                    <a:cubicBezTo>
                      <a:pt x="2516886" y="1953514"/>
                      <a:pt x="1953514" y="2516886"/>
                      <a:pt x="1258443" y="2516886"/>
                    </a:cubicBezTo>
                    <a:cubicBezTo>
                      <a:pt x="563372" y="2516886"/>
                      <a:pt x="0" y="1953387"/>
                      <a:pt x="0" y="1258443"/>
                    </a:cubicBezTo>
                    <a:cubicBezTo>
                      <a:pt x="0" y="563499"/>
                      <a:pt x="563372" y="0"/>
                      <a:pt x="1258443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33841" y="8338610"/>
            <a:ext cx="621862" cy="919690"/>
            <a:chOff x="0" y="0"/>
            <a:chExt cx="829149" cy="12262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9183" cy="1226312"/>
            </a:xfrm>
            <a:custGeom>
              <a:avLst/>
              <a:gdLst/>
              <a:ahLst/>
              <a:cxnLst/>
              <a:rect r="r" b="b" t="t" l="l"/>
              <a:pathLst>
                <a:path h="1226312" w="829183">
                  <a:moveTo>
                    <a:pt x="0" y="0"/>
                  </a:moveTo>
                  <a:lnTo>
                    <a:pt x="829183" y="0"/>
                  </a:lnTo>
                  <a:lnTo>
                    <a:pt x="829183" y="1226312"/>
                  </a:lnTo>
                  <a:lnTo>
                    <a:pt x="0" y="1226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57" t="0" r="-7853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372624" y="8384120"/>
            <a:ext cx="886676" cy="828670"/>
            <a:chOff x="0" y="0"/>
            <a:chExt cx="1182235" cy="11048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82243" cy="1104900"/>
            </a:xfrm>
            <a:custGeom>
              <a:avLst/>
              <a:gdLst/>
              <a:ahLst/>
              <a:cxnLst/>
              <a:rect r="r" b="b" t="t" l="l"/>
              <a:pathLst>
                <a:path h="1104900" w="1182243">
                  <a:moveTo>
                    <a:pt x="0" y="0"/>
                  </a:moveTo>
                  <a:lnTo>
                    <a:pt x="1182243" y="0"/>
                  </a:lnTo>
                  <a:lnTo>
                    <a:pt x="1182243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952500"/>
            <a:ext cx="15787262" cy="3805782"/>
            <a:chOff x="0" y="0"/>
            <a:chExt cx="21049683" cy="507437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76200"/>
              <a:ext cx="21049683" cy="15206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08538" indent="-236179" lvl="2">
                <a:lnSpc>
                  <a:spcPts val="4339"/>
                </a:lnSpc>
                <a:buFont typeface="Arial"/>
                <a:buChar char="⚬"/>
              </a:pPr>
              <a:r>
                <a:rPr lang="en-US" sz="3099">
                  <a:solidFill>
                    <a:srgbClr val="060506"/>
                  </a:solidFill>
                  <a:latin typeface="Arial"/>
                  <a:ea typeface="Arial"/>
                  <a:cs typeface="Arial"/>
                  <a:sym typeface="Arial"/>
                </a:rPr>
                <a:t>Quando dois saguins de grupos diferentes, </a:t>
              </a:r>
              <a:r>
                <a:rPr lang="en-US" b="true" sz="3099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</a:t>
              </a:r>
              <a:r>
                <a:rPr lang="en-US" sz="3099">
                  <a:solidFill>
                    <a:srgbClr val="060506"/>
                  </a:solidFill>
                  <a:latin typeface="Arial"/>
                  <a:ea typeface="Arial"/>
                  <a:cs typeface="Arial"/>
                  <a:sym typeface="Arial"/>
                </a:rPr>
                <a:t> e </a:t>
              </a:r>
              <a:r>
                <a:rPr lang="en-US" b="true" sz="3099">
                  <a:solidFill>
                    <a:srgbClr val="1496D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</a:t>
              </a:r>
              <a:r>
                <a:rPr lang="en-US" sz="3099">
                  <a:solidFill>
                    <a:srgbClr val="060506"/>
                  </a:solidFill>
                  <a:latin typeface="Arial"/>
                  <a:ea typeface="Arial"/>
                  <a:cs typeface="Arial"/>
                  <a:sym typeface="Arial"/>
                </a:rPr>
                <a:t>, se encontram, eles decidem juntar seus grupos. 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12203705" y="1704718"/>
              <a:ext cx="1449085" cy="1449085"/>
              <a:chOff x="0" y="0"/>
              <a:chExt cx="1449085" cy="144908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44450" y="44450"/>
                <a:ext cx="1339342" cy="1339342"/>
              </a:xfrm>
              <a:custGeom>
                <a:avLst/>
                <a:gdLst/>
                <a:ahLst/>
                <a:cxnLst/>
                <a:rect r="r" b="b" t="t" l="l"/>
                <a:pathLst>
                  <a:path h="1339342" w="1339342">
                    <a:moveTo>
                      <a:pt x="669671" y="0"/>
                    </a:moveTo>
                    <a:cubicBezTo>
                      <a:pt x="299847" y="0"/>
                      <a:pt x="0" y="299847"/>
                      <a:pt x="0" y="669671"/>
                    </a:cubicBezTo>
                    <a:cubicBezTo>
                      <a:pt x="0" y="1039495"/>
                      <a:pt x="299847" y="1339342"/>
                      <a:pt x="669671" y="1339342"/>
                    </a:cubicBezTo>
                    <a:cubicBezTo>
                      <a:pt x="1039495" y="1339342"/>
                      <a:pt x="1339342" y="1039495"/>
                      <a:pt x="1339342" y="669671"/>
                    </a:cubicBezTo>
                    <a:cubicBezTo>
                      <a:pt x="1339342" y="299847"/>
                      <a:pt x="1039368" y="0"/>
                      <a:pt x="669671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30289" t="-3318" r="-31845" b="-4875"/>
                </a:stretch>
              </a:blipFill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428242" cy="1428242"/>
              </a:xfrm>
              <a:custGeom>
                <a:avLst/>
                <a:gdLst/>
                <a:ahLst/>
                <a:cxnLst/>
                <a:rect r="r" b="b" t="t" l="l"/>
                <a:pathLst>
                  <a:path h="1428242" w="1428242">
                    <a:moveTo>
                      <a:pt x="714121" y="88900"/>
                    </a:moveTo>
                    <a:cubicBezTo>
                      <a:pt x="368808" y="88900"/>
                      <a:pt x="88900" y="368808"/>
                      <a:pt x="88900" y="714121"/>
                    </a:cubicBezTo>
                    <a:lnTo>
                      <a:pt x="44450" y="714121"/>
                    </a:lnTo>
                    <a:lnTo>
                      <a:pt x="88900" y="714121"/>
                    </a:lnTo>
                    <a:cubicBezTo>
                      <a:pt x="88900" y="1059434"/>
                      <a:pt x="368808" y="1339342"/>
                      <a:pt x="714121" y="1339342"/>
                    </a:cubicBezTo>
                    <a:lnTo>
                      <a:pt x="714121" y="1383792"/>
                    </a:lnTo>
                    <a:lnTo>
                      <a:pt x="714121" y="1339342"/>
                    </a:lnTo>
                    <a:cubicBezTo>
                      <a:pt x="1059434" y="1339342"/>
                      <a:pt x="1339342" y="1059434"/>
                      <a:pt x="1339342" y="714121"/>
                    </a:cubicBezTo>
                    <a:lnTo>
                      <a:pt x="1383792" y="714121"/>
                    </a:lnTo>
                    <a:lnTo>
                      <a:pt x="1339342" y="714121"/>
                    </a:lnTo>
                    <a:cubicBezTo>
                      <a:pt x="1339215" y="368808"/>
                      <a:pt x="1059307" y="88900"/>
                      <a:pt x="714121" y="88900"/>
                    </a:cubicBezTo>
                    <a:lnTo>
                      <a:pt x="714121" y="44450"/>
                    </a:lnTo>
                    <a:lnTo>
                      <a:pt x="714121" y="88900"/>
                    </a:lnTo>
                    <a:moveTo>
                      <a:pt x="714121" y="0"/>
                    </a:moveTo>
                    <a:cubicBezTo>
                      <a:pt x="1108456" y="0"/>
                      <a:pt x="1428242" y="319659"/>
                      <a:pt x="1428242" y="714121"/>
                    </a:cubicBezTo>
                    <a:cubicBezTo>
                      <a:pt x="1428242" y="1108456"/>
                      <a:pt x="1108583" y="1428242"/>
                      <a:pt x="714121" y="1428242"/>
                    </a:cubicBezTo>
                    <a:cubicBezTo>
                      <a:pt x="319659" y="1428242"/>
                      <a:pt x="0" y="1108456"/>
                      <a:pt x="0" y="714121"/>
                    </a:cubicBezTo>
                    <a:cubicBezTo>
                      <a:pt x="0" y="319659"/>
                      <a:pt x="319659" y="0"/>
                      <a:pt x="714121" y="0"/>
                    </a:cubicBezTo>
                    <a:close/>
                  </a:path>
                </a:pathLst>
              </a:custGeom>
              <a:solidFill>
                <a:srgbClr val="1496D9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12203705" y="3625291"/>
              <a:ext cx="1449085" cy="1449085"/>
              <a:chOff x="0" y="0"/>
              <a:chExt cx="1449085" cy="144908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44450" y="44450"/>
                <a:ext cx="1339342" cy="1339342"/>
              </a:xfrm>
              <a:custGeom>
                <a:avLst/>
                <a:gdLst/>
                <a:ahLst/>
                <a:cxnLst/>
                <a:rect r="r" b="b" t="t" l="l"/>
                <a:pathLst>
                  <a:path h="1339342" w="1339342">
                    <a:moveTo>
                      <a:pt x="669671" y="0"/>
                    </a:moveTo>
                    <a:cubicBezTo>
                      <a:pt x="299847" y="0"/>
                      <a:pt x="0" y="299847"/>
                      <a:pt x="0" y="669671"/>
                    </a:cubicBezTo>
                    <a:cubicBezTo>
                      <a:pt x="0" y="1039495"/>
                      <a:pt x="299847" y="1339342"/>
                      <a:pt x="669671" y="1339342"/>
                    </a:cubicBezTo>
                    <a:cubicBezTo>
                      <a:pt x="1039495" y="1339342"/>
                      <a:pt x="1339342" y="1039495"/>
                      <a:pt x="1339342" y="669671"/>
                    </a:cubicBezTo>
                    <a:cubicBezTo>
                      <a:pt x="1339342" y="299847"/>
                      <a:pt x="1039368" y="0"/>
                      <a:pt x="669671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30289" t="-3318" r="-31845" b="-4875"/>
                </a:stretch>
              </a:blipFill>
            </p:spPr>
          </p:sp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428242" cy="1428242"/>
              </a:xfrm>
              <a:custGeom>
                <a:avLst/>
                <a:gdLst/>
                <a:ahLst/>
                <a:cxnLst/>
                <a:rect r="r" b="b" t="t" l="l"/>
                <a:pathLst>
                  <a:path h="1428242" w="1428242">
                    <a:moveTo>
                      <a:pt x="714121" y="88900"/>
                    </a:moveTo>
                    <a:cubicBezTo>
                      <a:pt x="368808" y="88900"/>
                      <a:pt x="88900" y="368808"/>
                      <a:pt x="88900" y="714121"/>
                    </a:cubicBezTo>
                    <a:lnTo>
                      <a:pt x="44450" y="714121"/>
                    </a:lnTo>
                    <a:lnTo>
                      <a:pt x="88900" y="714121"/>
                    </a:lnTo>
                    <a:cubicBezTo>
                      <a:pt x="88900" y="1059434"/>
                      <a:pt x="368808" y="1339342"/>
                      <a:pt x="714121" y="1339342"/>
                    </a:cubicBezTo>
                    <a:lnTo>
                      <a:pt x="714121" y="1383792"/>
                    </a:lnTo>
                    <a:lnTo>
                      <a:pt x="714121" y="1339342"/>
                    </a:lnTo>
                    <a:cubicBezTo>
                      <a:pt x="1059434" y="1339342"/>
                      <a:pt x="1339342" y="1059434"/>
                      <a:pt x="1339342" y="714121"/>
                    </a:cubicBezTo>
                    <a:lnTo>
                      <a:pt x="1383792" y="714121"/>
                    </a:lnTo>
                    <a:lnTo>
                      <a:pt x="1339342" y="714121"/>
                    </a:lnTo>
                    <a:cubicBezTo>
                      <a:pt x="1339215" y="368808"/>
                      <a:pt x="1059307" y="88900"/>
                      <a:pt x="714121" y="88900"/>
                    </a:cubicBezTo>
                    <a:lnTo>
                      <a:pt x="714121" y="44450"/>
                    </a:lnTo>
                    <a:lnTo>
                      <a:pt x="714121" y="88900"/>
                    </a:lnTo>
                    <a:moveTo>
                      <a:pt x="714121" y="0"/>
                    </a:moveTo>
                    <a:cubicBezTo>
                      <a:pt x="1108456" y="0"/>
                      <a:pt x="1428242" y="319659"/>
                      <a:pt x="1428242" y="714121"/>
                    </a:cubicBezTo>
                    <a:cubicBezTo>
                      <a:pt x="1428242" y="1108456"/>
                      <a:pt x="1108583" y="1428242"/>
                      <a:pt x="714121" y="1428242"/>
                    </a:cubicBezTo>
                    <a:cubicBezTo>
                      <a:pt x="319659" y="1428242"/>
                      <a:pt x="0" y="1108456"/>
                      <a:pt x="0" y="714121"/>
                    </a:cubicBezTo>
                    <a:cubicBezTo>
                      <a:pt x="0" y="319659"/>
                      <a:pt x="319659" y="0"/>
                      <a:pt x="714121" y="0"/>
                    </a:cubicBezTo>
                    <a:close/>
                  </a:path>
                </a:pathLst>
              </a:custGeom>
              <a:solidFill>
                <a:srgbClr val="1496D9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6001706" y="1704718"/>
              <a:ext cx="1449085" cy="1449085"/>
              <a:chOff x="0" y="0"/>
              <a:chExt cx="1449085" cy="144908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44450" y="44450"/>
                <a:ext cx="1339342" cy="1339342"/>
              </a:xfrm>
              <a:custGeom>
                <a:avLst/>
                <a:gdLst/>
                <a:ahLst/>
                <a:cxnLst/>
                <a:rect r="r" b="b" t="t" l="l"/>
                <a:pathLst>
                  <a:path h="1339342" w="1339342">
                    <a:moveTo>
                      <a:pt x="669671" y="0"/>
                    </a:moveTo>
                    <a:cubicBezTo>
                      <a:pt x="299847" y="0"/>
                      <a:pt x="0" y="299847"/>
                      <a:pt x="0" y="669671"/>
                    </a:cubicBezTo>
                    <a:cubicBezTo>
                      <a:pt x="0" y="1039495"/>
                      <a:pt x="299847" y="1339342"/>
                      <a:pt x="669671" y="1339342"/>
                    </a:cubicBezTo>
                    <a:cubicBezTo>
                      <a:pt x="1039495" y="1339342"/>
                      <a:pt x="1339342" y="1039495"/>
                      <a:pt x="1339342" y="669671"/>
                    </a:cubicBezTo>
                    <a:cubicBezTo>
                      <a:pt x="1339342" y="299847"/>
                      <a:pt x="1039368" y="0"/>
                      <a:pt x="669671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30289" t="-3318" r="-31845" b="-4875"/>
                </a:stretch>
              </a:blipFill>
            </p:spPr>
          </p:sp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428242" cy="1428242"/>
              </a:xfrm>
              <a:custGeom>
                <a:avLst/>
                <a:gdLst/>
                <a:ahLst/>
                <a:cxnLst/>
                <a:rect r="r" b="b" t="t" l="l"/>
                <a:pathLst>
                  <a:path h="1428242" w="1428242">
                    <a:moveTo>
                      <a:pt x="714121" y="88900"/>
                    </a:moveTo>
                    <a:cubicBezTo>
                      <a:pt x="368808" y="88900"/>
                      <a:pt x="88900" y="368808"/>
                      <a:pt x="88900" y="714121"/>
                    </a:cubicBezTo>
                    <a:lnTo>
                      <a:pt x="44450" y="714121"/>
                    </a:lnTo>
                    <a:lnTo>
                      <a:pt x="88900" y="714121"/>
                    </a:lnTo>
                    <a:cubicBezTo>
                      <a:pt x="88900" y="1059434"/>
                      <a:pt x="368808" y="1339342"/>
                      <a:pt x="714121" y="1339342"/>
                    </a:cubicBezTo>
                    <a:lnTo>
                      <a:pt x="714121" y="1383792"/>
                    </a:lnTo>
                    <a:lnTo>
                      <a:pt x="714121" y="1339342"/>
                    </a:lnTo>
                    <a:cubicBezTo>
                      <a:pt x="1059434" y="1339342"/>
                      <a:pt x="1339342" y="1059434"/>
                      <a:pt x="1339342" y="714121"/>
                    </a:cubicBezTo>
                    <a:lnTo>
                      <a:pt x="1383792" y="714121"/>
                    </a:lnTo>
                    <a:lnTo>
                      <a:pt x="1339342" y="714121"/>
                    </a:lnTo>
                    <a:cubicBezTo>
                      <a:pt x="1339215" y="368808"/>
                      <a:pt x="1059307" y="88900"/>
                      <a:pt x="714121" y="88900"/>
                    </a:cubicBezTo>
                    <a:lnTo>
                      <a:pt x="714121" y="44450"/>
                    </a:lnTo>
                    <a:lnTo>
                      <a:pt x="714121" y="88900"/>
                    </a:lnTo>
                    <a:moveTo>
                      <a:pt x="714121" y="0"/>
                    </a:moveTo>
                    <a:cubicBezTo>
                      <a:pt x="1108456" y="0"/>
                      <a:pt x="1428242" y="319659"/>
                      <a:pt x="1428242" y="714121"/>
                    </a:cubicBezTo>
                    <a:cubicBezTo>
                      <a:pt x="1428242" y="1108456"/>
                      <a:pt x="1108583" y="1428242"/>
                      <a:pt x="714121" y="1428242"/>
                    </a:cubicBezTo>
                    <a:cubicBezTo>
                      <a:pt x="319659" y="1428242"/>
                      <a:pt x="0" y="1108456"/>
                      <a:pt x="0" y="714121"/>
                    </a:cubicBezTo>
                    <a:cubicBezTo>
                      <a:pt x="0" y="319659"/>
                      <a:pt x="319659" y="0"/>
                      <a:pt x="714121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6726248" y="3625142"/>
              <a:ext cx="1449085" cy="1449085"/>
              <a:chOff x="0" y="0"/>
              <a:chExt cx="1449085" cy="144908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44450" y="44450"/>
                <a:ext cx="1339342" cy="1339342"/>
              </a:xfrm>
              <a:custGeom>
                <a:avLst/>
                <a:gdLst/>
                <a:ahLst/>
                <a:cxnLst/>
                <a:rect r="r" b="b" t="t" l="l"/>
                <a:pathLst>
                  <a:path h="1339342" w="1339342">
                    <a:moveTo>
                      <a:pt x="669671" y="0"/>
                    </a:moveTo>
                    <a:cubicBezTo>
                      <a:pt x="299847" y="0"/>
                      <a:pt x="0" y="299847"/>
                      <a:pt x="0" y="669671"/>
                    </a:cubicBezTo>
                    <a:cubicBezTo>
                      <a:pt x="0" y="1039495"/>
                      <a:pt x="299847" y="1339342"/>
                      <a:pt x="669671" y="1339342"/>
                    </a:cubicBezTo>
                    <a:cubicBezTo>
                      <a:pt x="1039495" y="1339342"/>
                      <a:pt x="1339342" y="1039495"/>
                      <a:pt x="1339342" y="669671"/>
                    </a:cubicBezTo>
                    <a:cubicBezTo>
                      <a:pt x="1339342" y="299847"/>
                      <a:pt x="1039368" y="0"/>
                      <a:pt x="669671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30289" t="-3318" r="-31845" b="-4875"/>
                </a:stretch>
              </a:blip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428242" cy="1428242"/>
              </a:xfrm>
              <a:custGeom>
                <a:avLst/>
                <a:gdLst/>
                <a:ahLst/>
                <a:cxnLst/>
                <a:rect r="r" b="b" t="t" l="l"/>
                <a:pathLst>
                  <a:path h="1428242" w="1428242">
                    <a:moveTo>
                      <a:pt x="714121" y="88900"/>
                    </a:moveTo>
                    <a:cubicBezTo>
                      <a:pt x="368808" y="88900"/>
                      <a:pt x="88900" y="368808"/>
                      <a:pt x="88900" y="714121"/>
                    </a:cubicBezTo>
                    <a:lnTo>
                      <a:pt x="44450" y="714121"/>
                    </a:lnTo>
                    <a:lnTo>
                      <a:pt x="88900" y="714121"/>
                    </a:lnTo>
                    <a:cubicBezTo>
                      <a:pt x="88900" y="1059434"/>
                      <a:pt x="368808" y="1339342"/>
                      <a:pt x="714121" y="1339342"/>
                    </a:cubicBezTo>
                    <a:lnTo>
                      <a:pt x="714121" y="1383792"/>
                    </a:lnTo>
                    <a:lnTo>
                      <a:pt x="714121" y="1339342"/>
                    </a:lnTo>
                    <a:cubicBezTo>
                      <a:pt x="1059434" y="1339342"/>
                      <a:pt x="1339342" y="1059434"/>
                      <a:pt x="1339342" y="714121"/>
                    </a:cubicBezTo>
                    <a:lnTo>
                      <a:pt x="1383792" y="714121"/>
                    </a:lnTo>
                    <a:lnTo>
                      <a:pt x="1339342" y="714121"/>
                    </a:lnTo>
                    <a:cubicBezTo>
                      <a:pt x="1339215" y="368808"/>
                      <a:pt x="1059307" y="88900"/>
                      <a:pt x="714121" y="88900"/>
                    </a:cubicBezTo>
                    <a:lnTo>
                      <a:pt x="714121" y="44450"/>
                    </a:lnTo>
                    <a:lnTo>
                      <a:pt x="714121" y="88900"/>
                    </a:lnTo>
                    <a:moveTo>
                      <a:pt x="714121" y="0"/>
                    </a:moveTo>
                    <a:cubicBezTo>
                      <a:pt x="1108456" y="0"/>
                      <a:pt x="1428242" y="319659"/>
                      <a:pt x="1428242" y="714121"/>
                    </a:cubicBezTo>
                    <a:cubicBezTo>
                      <a:pt x="1428242" y="1108456"/>
                      <a:pt x="1108583" y="1428242"/>
                      <a:pt x="714121" y="1428242"/>
                    </a:cubicBezTo>
                    <a:cubicBezTo>
                      <a:pt x="319659" y="1428242"/>
                      <a:pt x="0" y="1108456"/>
                      <a:pt x="0" y="714121"/>
                    </a:cubicBezTo>
                    <a:cubicBezTo>
                      <a:pt x="0" y="319659"/>
                      <a:pt x="319659" y="0"/>
                      <a:pt x="714121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5235150" y="3625216"/>
              <a:ext cx="1449085" cy="1449085"/>
              <a:chOff x="0" y="0"/>
              <a:chExt cx="1449085" cy="144908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44450" y="44450"/>
                <a:ext cx="1339342" cy="1339342"/>
              </a:xfrm>
              <a:custGeom>
                <a:avLst/>
                <a:gdLst/>
                <a:ahLst/>
                <a:cxnLst/>
                <a:rect r="r" b="b" t="t" l="l"/>
                <a:pathLst>
                  <a:path h="1339342" w="1339342">
                    <a:moveTo>
                      <a:pt x="669671" y="0"/>
                    </a:moveTo>
                    <a:cubicBezTo>
                      <a:pt x="299847" y="0"/>
                      <a:pt x="0" y="299847"/>
                      <a:pt x="0" y="669671"/>
                    </a:cubicBezTo>
                    <a:cubicBezTo>
                      <a:pt x="0" y="1039495"/>
                      <a:pt x="299847" y="1339342"/>
                      <a:pt x="669671" y="1339342"/>
                    </a:cubicBezTo>
                    <a:cubicBezTo>
                      <a:pt x="1039495" y="1339342"/>
                      <a:pt x="1339342" y="1039495"/>
                      <a:pt x="1339342" y="669671"/>
                    </a:cubicBezTo>
                    <a:cubicBezTo>
                      <a:pt x="1339342" y="299847"/>
                      <a:pt x="1039368" y="0"/>
                      <a:pt x="669671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30289" t="-3318" r="-31845" b="-4875"/>
                </a:stretch>
              </a:blipFill>
            </p:spPr>
          </p:sp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428242" cy="1428242"/>
              </a:xfrm>
              <a:custGeom>
                <a:avLst/>
                <a:gdLst/>
                <a:ahLst/>
                <a:cxnLst/>
                <a:rect r="r" b="b" t="t" l="l"/>
                <a:pathLst>
                  <a:path h="1428242" w="1428242">
                    <a:moveTo>
                      <a:pt x="714121" y="88900"/>
                    </a:moveTo>
                    <a:cubicBezTo>
                      <a:pt x="368808" y="88900"/>
                      <a:pt x="88900" y="368808"/>
                      <a:pt x="88900" y="714121"/>
                    </a:cubicBezTo>
                    <a:lnTo>
                      <a:pt x="44450" y="714121"/>
                    </a:lnTo>
                    <a:lnTo>
                      <a:pt x="88900" y="714121"/>
                    </a:lnTo>
                    <a:cubicBezTo>
                      <a:pt x="88900" y="1059434"/>
                      <a:pt x="368808" y="1339342"/>
                      <a:pt x="714121" y="1339342"/>
                    </a:cubicBezTo>
                    <a:lnTo>
                      <a:pt x="714121" y="1383792"/>
                    </a:lnTo>
                    <a:lnTo>
                      <a:pt x="714121" y="1339342"/>
                    </a:lnTo>
                    <a:cubicBezTo>
                      <a:pt x="1059434" y="1339342"/>
                      <a:pt x="1339342" y="1059434"/>
                      <a:pt x="1339342" y="714121"/>
                    </a:cubicBezTo>
                    <a:lnTo>
                      <a:pt x="1383792" y="714121"/>
                    </a:lnTo>
                    <a:lnTo>
                      <a:pt x="1339342" y="714121"/>
                    </a:lnTo>
                    <a:cubicBezTo>
                      <a:pt x="1339215" y="368808"/>
                      <a:pt x="1059307" y="88900"/>
                      <a:pt x="714121" y="88900"/>
                    </a:cubicBezTo>
                    <a:lnTo>
                      <a:pt x="714121" y="44450"/>
                    </a:lnTo>
                    <a:lnTo>
                      <a:pt x="714121" y="88900"/>
                    </a:lnTo>
                    <a:moveTo>
                      <a:pt x="714121" y="0"/>
                    </a:moveTo>
                    <a:cubicBezTo>
                      <a:pt x="1108456" y="0"/>
                      <a:pt x="1428242" y="319659"/>
                      <a:pt x="1428242" y="714121"/>
                    </a:cubicBezTo>
                    <a:cubicBezTo>
                      <a:pt x="1428242" y="1108456"/>
                      <a:pt x="1108583" y="1428242"/>
                      <a:pt x="714121" y="1428242"/>
                    </a:cubicBezTo>
                    <a:cubicBezTo>
                      <a:pt x="319659" y="1428242"/>
                      <a:pt x="0" y="1108456"/>
                      <a:pt x="0" y="714121"/>
                    </a:cubicBezTo>
                    <a:cubicBezTo>
                      <a:pt x="0" y="319659"/>
                      <a:pt x="319659" y="0"/>
                      <a:pt x="714121" y="0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</p:sp>
        </p:grpSp>
        <p:sp>
          <p:nvSpPr>
            <p:cNvPr name="AutoShape 25" id="25"/>
            <p:cNvSpPr/>
            <p:nvPr/>
          </p:nvSpPr>
          <p:spPr>
            <a:xfrm>
              <a:off x="6726248" y="3132885"/>
              <a:ext cx="724543" cy="492331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26" id="26"/>
            <p:cNvSpPr/>
            <p:nvPr/>
          </p:nvSpPr>
          <p:spPr>
            <a:xfrm flipH="true">
              <a:off x="5959692" y="3132885"/>
              <a:ext cx="766556" cy="49240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8983951" y="3132885"/>
              <a:ext cx="17008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ysDot"/>
              <a:headEnd type="none" len="sm" w="sm"/>
              <a:tailEnd type="arrow" len="sm" w="med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12928248" y="3132885"/>
              <a:ext cx="0" cy="49248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028700" y="5067810"/>
            <a:ext cx="14204055" cy="4544839"/>
            <a:chOff x="0" y="0"/>
            <a:chExt cx="18938740" cy="6059785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-76200"/>
              <a:ext cx="18938740" cy="139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85800" indent="-228600" lvl="2">
                <a:lnSpc>
                  <a:spcPts val="4200"/>
                </a:lnSpc>
                <a:buFont typeface="Arial"/>
                <a:buChar char="⚬"/>
              </a:pPr>
              <a:r>
                <a:rPr lang="en-US" sz="3000">
                  <a:solidFill>
                    <a:srgbClr val="060506"/>
                  </a:solidFill>
                  <a:latin typeface="Arial"/>
                  <a:ea typeface="Arial"/>
                  <a:cs typeface="Arial"/>
                  <a:sym typeface="Arial"/>
                </a:rPr>
                <a:t>A partir desse momento, todos os membros do grupo de </a:t>
              </a:r>
              <a:r>
                <a:rPr lang="en-US" b="true" sz="3000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</a:t>
              </a:r>
              <a:r>
                <a:rPr lang="en-US" sz="3000">
                  <a:solidFill>
                    <a:srgbClr val="060506"/>
                  </a:solidFill>
                  <a:latin typeface="Arial"/>
                  <a:ea typeface="Arial"/>
                  <a:cs typeface="Arial"/>
                  <a:sym typeface="Arial"/>
                </a:rPr>
                <a:t> e todos os membros do grupo de </a:t>
              </a:r>
              <a:r>
                <a:rPr lang="en-US" b="true" sz="3000">
                  <a:solidFill>
                    <a:srgbClr val="1496D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</a:t>
              </a:r>
              <a:r>
                <a:rPr lang="en-US" sz="3000">
                  <a:solidFill>
                    <a:srgbClr val="060506"/>
                  </a:solidFill>
                  <a:latin typeface="Arial"/>
                  <a:ea typeface="Arial"/>
                  <a:cs typeface="Arial"/>
                  <a:sym typeface="Arial"/>
                </a:rPr>
                <a:t> passam a formar </a:t>
              </a:r>
              <a:r>
                <a:rPr lang="en-US" b="true" sz="3000">
                  <a:solidFill>
                    <a:srgbClr val="5E17E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um único grupo social.</a:t>
              </a:r>
            </a:p>
          </p:txBody>
        </p:sp>
        <p:grpSp>
          <p:nvGrpSpPr>
            <p:cNvPr name="Group 31" id="31"/>
            <p:cNvGrpSpPr/>
            <p:nvPr/>
          </p:nvGrpSpPr>
          <p:grpSpPr>
            <a:xfrm rot="0">
              <a:off x="8307267" y="1841500"/>
              <a:ext cx="1155461" cy="1155461"/>
              <a:chOff x="0" y="0"/>
              <a:chExt cx="1449085" cy="1449085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44450" y="44450"/>
                <a:ext cx="1339342" cy="1339342"/>
              </a:xfrm>
              <a:custGeom>
                <a:avLst/>
                <a:gdLst/>
                <a:ahLst/>
                <a:cxnLst/>
                <a:rect r="r" b="b" t="t" l="l"/>
                <a:pathLst>
                  <a:path h="1339342" w="1339342">
                    <a:moveTo>
                      <a:pt x="669671" y="0"/>
                    </a:moveTo>
                    <a:cubicBezTo>
                      <a:pt x="299847" y="0"/>
                      <a:pt x="0" y="299847"/>
                      <a:pt x="0" y="669671"/>
                    </a:cubicBezTo>
                    <a:cubicBezTo>
                      <a:pt x="0" y="1039495"/>
                      <a:pt x="299847" y="1339342"/>
                      <a:pt x="669671" y="1339342"/>
                    </a:cubicBezTo>
                    <a:cubicBezTo>
                      <a:pt x="1039495" y="1339342"/>
                      <a:pt x="1339342" y="1039495"/>
                      <a:pt x="1339342" y="669671"/>
                    </a:cubicBezTo>
                    <a:cubicBezTo>
                      <a:pt x="1339342" y="299847"/>
                      <a:pt x="1039368" y="0"/>
                      <a:pt x="669671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30289" t="-3318" r="-31845" b="-4875"/>
                </a:stretch>
              </a:blipFill>
            </p:spPr>
          </p:sp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428242" cy="1428242"/>
              </a:xfrm>
              <a:custGeom>
                <a:avLst/>
                <a:gdLst/>
                <a:ahLst/>
                <a:cxnLst/>
                <a:rect r="r" b="b" t="t" l="l"/>
                <a:pathLst>
                  <a:path h="1428242" w="1428242">
                    <a:moveTo>
                      <a:pt x="714121" y="88900"/>
                    </a:moveTo>
                    <a:cubicBezTo>
                      <a:pt x="368808" y="88900"/>
                      <a:pt x="88900" y="368808"/>
                      <a:pt x="88900" y="714121"/>
                    </a:cubicBezTo>
                    <a:lnTo>
                      <a:pt x="44450" y="714121"/>
                    </a:lnTo>
                    <a:lnTo>
                      <a:pt x="88900" y="714121"/>
                    </a:lnTo>
                    <a:cubicBezTo>
                      <a:pt x="88900" y="1059434"/>
                      <a:pt x="368808" y="1339342"/>
                      <a:pt x="714121" y="1339342"/>
                    </a:cubicBezTo>
                    <a:lnTo>
                      <a:pt x="714121" y="1383792"/>
                    </a:lnTo>
                    <a:lnTo>
                      <a:pt x="714121" y="1339342"/>
                    </a:lnTo>
                    <a:cubicBezTo>
                      <a:pt x="1059434" y="1339342"/>
                      <a:pt x="1339342" y="1059434"/>
                      <a:pt x="1339342" y="714121"/>
                    </a:cubicBezTo>
                    <a:lnTo>
                      <a:pt x="1383792" y="714121"/>
                    </a:lnTo>
                    <a:lnTo>
                      <a:pt x="1339342" y="714121"/>
                    </a:lnTo>
                    <a:cubicBezTo>
                      <a:pt x="1339215" y="368808"/>
                      <a:pt x="1059307" y="88900"/>
                      <a:pt x="714121" y="88900"/>
                    </a:cubicBezTo>
                    <a:lnTo>
                      <a:pt x="714121" y="44450"/>
                    </a:lnTo>
                    <a:lnTo>
                      <a:pt x="714121" y="88900"/>
                    </a:lnTo>
                    <a:moveTo>
                      <a:pt x="714121" y="0"/>
                    </a:moveTo>
                    <a:cubicBezTo>
                      <a:pt x="1108456" y="0"/>
                      <a:pt x="1428242" y="319659"/>
                      <a:pt x="1428242" y="714121"/>
                    </a:cubicBezTo>
                    <a:cubicBezTo>
                      <a:pt x="1428242" y="1108456"/>
                      <a:pt x="1108583" y="1428242"/>
                      <a:pt x="714121" y="1428242"/>
                    </a:cubicBezTo>
                    <a:cubicBezTo>
                      <a:pt x="319659" y="1428242"/>
                      <a:pt x="0" y="1108456"/>
                      <a:pt x="0" y="714121"/>
                    </a:cubicBezTo>
                    <a:cubicBezTo>
                      <a:pt x="0" y="319659"/>
                      <a:pt x="319659" y="0"/>
                      <a:pt x="714121" y="0"/>
                    </a:cubicBezTo>
                    <a:close/>
                  </a:path>
                </a:pathLst>
              </a:custGeom>
              <a:solidFill>
                <a:srgbClr val="5E17EB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10087243" y="3372912"/>
              <a:ext cx="1155461" cy="1155461"/>
              <a:chOff x="0" y="0"/>
              <a:chExt cx="1449085" cy="1449085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44450" y="44450"/>
                <a:ext cx="1339342" cy="1339342"/>
              </a:xfrm>
              <a:custGeom>
                <a:avLst/>
                <a:gdLst/>
                <a:ahLst/>
                <a:cxnLst/>
                <a:rect r="r" b="b" t="t" l="l"/>
                <a:pathLst>
                  <a:path h="1339342" w="1339342">
                    <a:moveTo>
                      <a:pt x="669671" y="0"/>
                    </a:moveTo>
                    <a:cubicBezTo>
                      <a:pt x="299847" y="0"/>
                      <a:pt x="0" y="299847"/>
                      <a:pt x="0" y="669671"/>
                    </a:cubicBezTo>
                    <a:cubicBezTo>
                      <a:pt x="0" y="1039495"/>
                      <a:pt x="299847" y="1339342"/>
                      <a:pt x="669671" y="1339342"/>
                    </a:cubicBezTo>
                    <a:cubicBezTo>
                      <a:pt x="1039495" y="1339342"/>
                      <a:pt x="1339342" y="1039495"/>
                      <a:pt x="1339342" y="669671"/>
                    </a:cubicBezTo>
                    <a:cubicBezTo>
                      <a:pt x="1339342" y="299847"/>
                      <a:pt x="1039368" y="0"/>
                      <a:pt x="669671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30289" t="-3318" r="-31845" b="-4875"/>
                </a:stretch>
              </a:blipFill>
            </p:spPr>
          </p:sp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428242" cy="1428242"/>
              </a:xfrm>
              <a:custGeom>
                <a:avLst/>
                <a:gdLst/>
                <a:ahLst/>
                <a:cxnLst/>
                <a:rect r="r" b="b" t="t" l="l"/>
                <a:pathLst>
                  <a:path h="1428242" w="1428242">
                    <a:moveTo>
                      <a:pt x="714121" y="88900"/>
                    </a:moveTo>
                    <a:cubicBezTo>
                      <a:pt x="368808" y="88900"/>
                      <a:pt x="88900" y="368808"/>
                      <a:pt x="88900" y="714121"/>
                    </a:cubicBezTo>
                    <a:lnTo>
                      <a:pt x="44450" y="714121"/>
                    </a:lnTo>
                    <a:lnTo>
                      <a:pt x="88900" y="714121"/>
                    </a:lnTo>
                    <a:cubicBezTo>
                      <a:pt x="88900" y="1059434"/>
                      <a:pt x="368808" y="1339342"/>
                      <a:pt x="714121" y="1339342"/>
                    </a:cubicBezTo>
                    <a:lnTo>
                      <a:pt x="714121" y="1383792"/>
                    </a:lnTo>
                    <a:lnTo>
                      <a:pt x="714121" y="1339342"/>
                    </a:lnTo>
                    <a:cubicBezTo>
                      <a:pt x="1059434" y="1339342"/>
                      <a:pt x="1339342" y="1059434"/>
                      <a:pt x="1339342" y="714121"/>
                    </a:cubicBezTo>
                    <a:lnTo>
                      <a:pt x="1383792" y="714121"/>
                    </a:lnTo>
                    <a:lnTo>
                      <a:pt x="1339342" y="714121"/>
                    </a:lnTo>
                    <a:cubicBezTo>
                      <a:pt x="1339215" y="368808"/>
                      <a:pt x="1059307" y="88900"/>
                      <a:pt x="714121" y="88900"/>
                    </a:cubicBezTo>
                    <a:lnTo>
                      <a:pt x="714121" y="44450"/>
                    </a:lnTo>
                    <a:lnTo>
                      <a:pt x="714121" y="88900"/>
                    </a:lnTo>
                    <a:moveTo>
                      <a:pt x="714121" y="0"/>
                    </a:moveTo>
                    <a:cubicBezTo>
                      <a:pt x="1108456" y="0"/>
                      <a:pt x="1428242" y="319659"/>
                      <a:pt x="1428242" y="714121"/>
                    </a:cubicBezTo>
                    <a:cubicBezTo>
                      <a:pt x="1428242" y="1108456"/>
                      <a:pt x="1108583" y="1428242"/>
                      <a:pt x="714121" y="1428242"/>
                    </a:cubicBezTo>
                    <a:cubicBezTo>
                      <a:pt x="319659" y="1428242"/>
                      <a:pt x="0" y="1108456"/>
                      <a:pt x="0" y="714121"/>
                    </a:cubicBezTo>
                    <a:cubicBezTo>
                      <a:pt x="0" y="319659"/>
                      <a:pt x="319659" y="0"/>
                      <a:pt x="714121" y="0"/>
                    </a:cubicBezTo>
                    <a:close/>
                  </a:path>
                </a:pathLst>
              </a:custGeom>
              <a:solidFill>
                <a:srgbClr val="5E17EB"/>
              </a:soli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10087243" y="4904324"/>
              <a:ext cx="1155461" cy="1155461"/>
              <a:chOff x="0" y="0"/>
              <a:chExt cx="1449085" cy="1449085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44450" y="44450"/>
                <a:ext cx="1339342" cy="1339342"/>
              </a:xfrm>
              <a:custGeom>
                <a:avLst/>
                <a:gdLst/>
                <a:ahLst/>
                <a:cxnLst/>
                <a:rect r="r" b="b" t="t" l="l"/>
                <a:pathLst>
                  <a:path h="1339342" w="1339342">
                    <a:moveTo>
                      <a:pt x="669671" y="0"/>
                    </a:moveTo>
                    <a:cubicBezTo>
                      <a:pt x="299847" y="0"/>
                      <a:pt x="0" y="299847"/>
                      <a:pt x="0" y="669671"/>
                    </a:cubicBezTo>
                    <a:cubicBezTo>
                      <a:pt x="0" y="1039495"/>
                      <a:pt x="299847" y="1339342"/>
                      <a:pt x="669671" y="1339342"/>
                    </a:cubicBezTo>
                    <a:cubicBezTo>
                      <a:pt x="1039495" y="1339342"/>
                      <a:pt x="1339342" y="1039495"/>
                      <a:pt x="1339342" y="669671"/>
                    </a:cubicBezTo>
                    <a:cubicBezTo>
                      <a:pt x="1339342" y="299847"/>
                      <a:pt x="1039368" y="0"/>
                      <a:pt x="669671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30289" t="-3318" r="-31845" b="-4875"/>
                </a:stretch>
              </a:blipFill>
            </p:spPr>
          </p:sp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428242" cy="1428242"/>
              </a:xfrm>
              <a:custGeom>
                <a:avLst/>
                <a:gdLst/>
                <a:ahLst/>
                <a:cxnLst/>
                <a:rect r="r" b="b" t="t" l="l"/>
                <a:pathLst>
                  <a:path h="1428242" w="1428242">
                    <a:moveTo>
                      <a:pt x="714121" y="88900"/>
                    </a:moveTo>
                    <a:cubicBezTo>
                      <a:pt x="368808" y="88900"/>
                      <a:pt x="88900" y="368808"/>
                      <a:pt x="88900" y="714121"/>
                    </a:cubicBezTo>
                    <a:lnTo>
                      <a:pt x="44450" y="714121"/>
                    </a:lnTo>
                    <a:lnTo>
                      <a:pt x="88900" y="714121"/>
                    </a:lnTo>
                    <a:cubicBezTo>
                      <a:pt x="88900" y="1059434"/>
                      <a:pt x="368808" y="1339342"/>
                      <a:pt x="714121" y="1339342"/>
                    </a:cubicBezTo>
                    <a:lnTo>
                      <a:pt x="714121" y="1383792"/>
                    </a:lnTo>
                    <a:lnTo>
                      <a:pt x="714121" y="1339342"/>
                    </a:lnTo>
                    <a:cubicBezTo>
                      <a:pt x="1059434" y="1339342"/>
                      <a:pt x="1339342" y="1059434"/>
                      <a:pt x="1339342" y="714121"/>
                    </a:cubicBezTo>
                    <a:lnTo>
                      <a:pt x="1383792" y="714121"/>
                    </a:lnTo>
                    <a:lnTo>
                      <a:pt x="1339342" y="714121"/>
                    </a:lnTo>
                    <a:cubicBezTo>
                      <a:pt x="1339215" y="368808"/>
                      <a:pt x="1059307" y="88900"/>
                      <a:pt x="714121" y="88900"/>
                    </a:cubicBezTo>
                    <a:lnTo>
                      <a:pt x="714121" y="44450"/>
                    </a:lnTo>
                    <a:lnTo>
                      <a:pt x="714121" y="88900"/>
                    </a:lnTo>
                    <a:moveTo>
                      <a:pt x="714121" y="0"/>
                    </a:moveTo>
                    <a:cubicBezTo>
                      <a:pt x="1108456" y="0"/>
                      <a:pt x="1428242" y="319659"/>
                      <a:pt x="1428242" y="714121"/>
                    </a:cubicBezTo>
                    <a:cubicBezTo>
                      <a:pt x="1428242" y="1108456"/>
                      <a:pt x="1108583" y="1428242"/>
                      <a:pt x="714121" y="1428242"/>
                    </a:cubicBezTo>
                    <a:cubicBezTo>
                      <a:pt x="319659" y="1428242"/>
                      <a:pt x="0" y="1108456"/>
                      <a:pt x="0" y="714121"/>
                    </a:cubicBezTo>
                    <a:cubicBezTo>
                      <a:pt x="0" y="319659"/>
                      <a:pt x="319659" y="0"/>
                      <a:pt x="714121" y="0"/>
                    </a:cubicBezTo>
                    <a:close/>
                  </a:path>
                </a:pathLst>
              </a:custGeom>
              <a:solidFill>
                <a:srgbClr val="5E17EB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8884997" y="3372793"/>
              <a:ext cx="1155461" cy="1155461"/>
              <a:chOff x="0" y="0"/>
              <a:chExt cx="1449085" cy="1449085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44450" y="44450"/>
                <a:ext cx="1339342" cy="1339342"/>
              </a:xfrm>
              <a:custGeom>
                <a:avLst/>
                <a:gdLst/>
                <a:ahLst/>
                <a:cxnLst/>
                <a:rect r="r" b="b" t="t" l="l"/>
                <a:pathLst>
                  <a:path h="1339342" w="1339342">
                    <a:moveTo>
                      <a:pt x="669671" y="0"/>
                    </a:moveTo>
                    <a:cubicBezTo>
                      <a:pt x="299847" y="0"/>
                      <a:pt x="0" y="299847"/>
                      <a:pt x="0" y="669671"/>
                    </a:cubicBezTo>
                    <a:cubicBezTo>
                      <a:pt x="0" y="1039495"/>
                      <a:pt x="299847" y="1339342"/>
                      <a:pt x="669671" y="1339342"/>
                    </a:cubicBezTo>
                    <a:cubicBezTo>
                      <a:pt x="1039495" y="1339342"/>
                      <a:pt x="1339342" y="1039495"/>
                      <a:pt x="1339342" y="669671"/>
                    </a:cubicBezTo>
                    <a:cubicBezTo>
                      <a:pt x="1339342" y="299847"/>
                      <a:pt x="1039368" y="0"/>
                      <a:pt x="669671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30289" t="-3318" r="-31845" b="-4875"/>
                </a:stretch>
              </a:blipFill>
            </p:spPr>
          </p:sp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428242" cy="1428242"/>
              </a:xfrm>
              <a:custGeom>
                <a:avLst/>
                <a:gdLst/>
                <a:ahLst/>
                <a:cxnLst/>
                <a:rect r="r" b="b" t="t" l="l"/>
                <a:pathLst>
                  <a:path h="1428242" w="1428242">
                    <a:moveTo>
                      <a:pt x="714121" y="88900"/>
                    </a:moveTo>
                    <a:cubicBezTo>
                      <a:pt x="368808" y="88900"/>
                      <a:pt x="88900" y="368808"/>
                      <a:pt x="88900" y="714121"/>
                    </a:cubicBezTo>
                    <a:lnTo>
                      <a:pt x="44450" y="714121"/>
                    </a:lnTo>
                    <a:lnTo>
                      <a:pt x="88900" y="714121"/>
                    </a:lnTo>
                    <a:cubicBezTo>
                      <a:pt x="88900" y="1059434"/>
                      <a:pt x="368808" y="1339342"/>
                      <a:pt x="714121" y="1339342"/>
                    </a:cubicBezTo>
                    <a:lnTo>
                      <a:pt x="714121" y="1383792"/>
                    </a:lnTo>
                    <a:lnTo>
                      <a:pt x="714121" y="1339342"/>
                    </a:lnTo>
                    <a:cubicBezTo>
                      <a:pt x="1059434" y="1339342"/>
                      <a:pt x="1339342" y="1059434"/>
                      <a:pt x="1339342" y="714121"/>
                    </a:cubicBezTo>
                    <a:lnTo>
                      <a:pt x="1383792" y="714121"/>
                    </a:lnTo>
                    <a:lnTo>
                      <a:pt x="1339342" y="714121"/>
                    </a:lnTo>
                    <a:cubicBezTo>
                      <a:pt x="1339215" y="368808"/>
                      <a:pt x="1059307" y="88900"/>
                      <a:pt x="714121" y="88900"/>
                    </a:cubicBezTo>
                    <a:lnTo>
                      <a:pt x="714121" y="44450"/>
                    </a:lnTo>
                    <a:lnTo>
                      <a:pt x="714121" y="88900"/>
                    </a:lnTo>
                    <a:moveTo>
                      <a:pt x="714121" y="0"/>
                    </a:moveTo>
                    <a:cubicBezTo>
                      <a:pt x="1108456" y="0"/>
                      <a:pt x="1428242" y="319659"/>
                      <a:pt x="1428242" y="714121"/>
                    </a:cubicBezTo>
                    <a:cubicBezTo>
                      <a:pt x="1428242" y="1108456"/>
                      <a:pt x="1108583" y="1428242"/>
                      <a:pt x="714121" y="1428242"/>
                    </a:cubicBezTo>
                    <a:cubicBezTo>
                      <a:pt x="319659" y="1428242"/>
                      <a:pt x="0" y="1108456"/>
                      <a:pt x="0" y="714121"/>
                    </a:cubicBezTo>
                    <a:cubicBezTo>
                      <a:pt x="0" y="319659"/>
                      <a:pt x="319659" y="0"/>
                      <a:pt x="714121" y="0"/>
                    </a:cubicBezTo>
                    <a:close/>
                  </a:path>
                </a:pathLst>
              </a:custGeom>
              <a:solidFill>
                <a:srgbClr val="5E17EB"/>
              </a:solidFill>
            </p:spPr>
          </p:sp>
        </p:grpSp>
        <p:grpSp>
          <p:nvGrpSpPr>
            <p:cNvPr name="Group 43" id="43"/>
            <p:cNvGrpSpPr/>
            <p:nvPr/>
          </p:nvGrpSpPr>
          <p:grpSpPr>
            <a:xfrm rot="0">
              <a:off x="7696036" y="3372853"/>
              <a:ext cx="1155461" cy="1155461"/>
              <a:chOff x="0" y="0"/>
              <a:chExt cx="1449085" cy="1449085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44450" y="44450"/>
                <a:ext cx="1339342" cy="1339342"/>
              </a:xfrm>
              <a:custGeom>
                <a:avLst/>
                <a:gdLst/>
                <a:ahLst/>
                <a:cxnLst/>
                <a:rect r="r" b="b" t="t" l="l"/>
                <a:pathLst>
                  <a:path h="1339342" w="1339342">
                    <a:moveTo>
                      <a:pt x="669671" y="0"/>
                    </a:moveTo>
                    <a:cubicBezTo>
                      <a:pt x="299847" y="0"/>
                      <a:pt x="0" y="299847"/>
                      <a:pt x="0" y="669671"/>
                    </a:cubicBezTo>
                    <a:cubicBezTo>
                      <a:pt x="0" y="1039495"/>
                      <a:pt x="299847" y="1339342"/>
                      <a:pt x="669671" y="1339342"/>
                    </a:cubicBezTo>
                    <a:cubicBezTo>
                      <a:pt x="1039495" y="1339342"/>
                      <a:pt x="1339342" y="1039495"/>
                      <a:pt x="1339342" y="669671"/>
                    </a:cubicBezTo>
                    <a:cubicBezTo>
                      <a:pt x="1339342" y="299847"/>
                      <a:pt x="1039368" y="0"/>
                      <a:pt x="669671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30289" t="-3318" r="-31845" b="-4875"/>
                </a:stretch>
              </a:blipFill>
            </p:spPr>
          </p:sp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428242" cy="1428242"/>
              </a:xfrm>
              <a:custGeom>
                <a:avLst/>
                <a:gdLst/>
                <a:ahLst/>
                <a:cxnLst/>
                <a:rect r="r" b="b" t="t" l="l"/>
                <a:pathLst>
                  <a:path h="1428242" w="1428242">
                    <a:moveTo>
                      <a:pt x="714121" y="88900"/>
                    </a:moveTo>
                    <a:cubicBezTo>
                      <a:pt x="368808" y="88900"/>
                      <a:pt x="88900" y="368808"/>
                      <a:pt x="88900" y="714121"/>
                    </a:cubicBezTo>
                    <a:lnTo>
                      <a:pt x="44450" y="714121"/>
                    </a:lnTo>
                    <a:lnTo>
                      <a:pt x="88900" y="714121"/>
                    </a:lnTo>
                    <a:cubicBezTo>
                      <a:pt x="88900" y="1059434"/>
                      <a:pt x="368808" y="1339342"/>
                      <a:pt x="714121" y="1339342"/>
                    </a:cubicBezTo>
                    <a:lnTo>
                      <a:pt x="714121" y="1383792"/>
                    </a:lnTo>
                    <a:lnTo>
                      <a:pt x="714121" y="1339342"/>
                    </a:lnTo>
                    <a:cubicBezTo>
                      <a:pt x="1059434" y="1339342"/>
                      <a:pt x="1339342" y="1059434"/>
                      <a:pt x="1339342" y="714121"/>
                    </a:cubicBezTo>
                    <a:lnTo>
                      <a:pt x="1383792" y="714121"/>
                    </a:lnTo>
                    <a:lnTo>
                      <a:pt x="1339342" y="714121"/>
                    </a:lnTo>
                    <a:cubicBezTo>
                      <a:pt x="1339215" y="368808"/>
                      <a:pt x="1059307" y="88900"/>
                      <a:pt x="714121" y="88900"/>
                    </a:cubicBezTo>
                    <a:lnTo>
                      <a:pt x="714121" y="44450"/>
                    </a:lnTo>
                    <a:lnTo>
                      <a:pt x="714121" y="88900"/>
                    </a:lnTo>
                    <a:moveTo>
                      <a:pt x="714121" y="0"/>
                    </a:moveTo>
                    <a:cubicBezTo>
                      <a:pt x="1108456" y="0"/>
                      <a:pt x="1428242" y="319659"/>
                      <a:pt x="1428242" y="714121"/>
                    </a:cubicBezTo>
                    <a:cubicBezTo>
                      <a:pt x="1428242" y="1108456"/>
                      <a:pt x="1108583" y="1428242"/>
                      <a:pt x="714121" y="1428242"/>
                    </a:cubicBezTo>
                    <a:cubicBezTo>
                      <a:pt x="319659" y="1428242"/>
                      <a:pt x="0" y="1108456"/>
                      <a:pt x="0" y="714121"/>
                    </a:cubicBezTo>
                    <a:cubicBezTo>
                      <a:pt x="0" y="319659"/>
                      <a:pt x="319659" y="0"/>
                      <a:pt x="714121" y="0"/>
                    </a:cubicBezTo>
                    <a:close/>
                  </a:path>
                </a:pathLst>
              </a:custGeom>
              <a:solidFill>
                <a:srgbClr val="5E17EB"/>
              </a:solidFill>
            </p:spPr>
          </p:sp>
        </p:grpSp>
        <p:sp>
          <p:nvSpPr>
            <p:cNvPr name="AutoShape 46" id="46"/>
            <p:cNvSpPr/>
            <p:nvPr/>
          </p:nvSpPr>
          <p:spPr>
            <a:xfrm>
              <a:off x="8884997" y="2980282"/>
              <a:ext cx="577730" cy="392571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47" id="47"/>
            <p:cNvSpPr/>
            <p:nvPr/>
          </p:nvSpPr>
          <p:spPr>
            <a:xfrm flipH="true">
              <a:off x="8273766" y="2980282"/>
              <a:ext cx="611231" cy="392631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48" id="48"/>
            <p:cNvSpPr/>
            <p:nvPr/>
          </p:nvSpPr>
          <p:spPr>
            <a:xfrm>
              <a:off x="8884997" y="2980282"/>
              <a:ext cx="1779977" cy="392690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49" id="49"/>
            <p:cNvSpPr/>
            <p:nvPr/>
          </p:nvSpPr>
          <p:spPr>
            <a:xfrm>
              <a:off x="10664974" y="4511694"/>
              <a:ext cx="0" cy="392690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819150"/>
            <a:ext cx="16230600" cy="23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4498">
                <a:solidFill>
                  <a:srgbClr val="060506"/>
                </a:solidFill>
                <a:latin typeface="Arial"/>
                <a:ea typeface="Arial"/>
                <a:cs typeface="Arial"/>
                <a:sym typeface="Arial"/>
              </a:rPr>
              <a:t>Como podemos processar todos os encontros que ocorreram num dia e, no final, determinar se dois saguins específicos, X e Y, acabaram no mesmo grupo?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628994" y="3476678"/>
            <a:ext cx="9030012" cy="5781622"/>
            <a:chOff x="0" y="0"/>
            <a:chExt cx="12040016" cy="770882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2043327" y="4592307"/>
              <a:ext cx="7953364" cy="3116523"/>
              <a:chOff x="0" y="0"/>
              <a:chExt cx="7953364" cy="311652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7953375" cy="3116580"/>
              </a:xfrm>
              <a:custGeom>
                <a:avLst/>
                <a:gdLst/>
                <a:ahLst/>
                <a:cxnLst/>
                <a:rect r="r" b="b" t="t" l="l"/>
                <a:pathLst>
                  <a:path h="3116580" w="7953375">
                    <a:moveTo>
                      <a:pt x="0" y="0"/>
                    </a:moveTo>
                    <a:lnTo>
                      <a:pt x="7953375" y="0"/>
                    </a:lnTo>
                    <a:lnTo>
                      <a:pt x="7953375" y="3116580"/>
                    </a:lnTo>
                    <a:lnTo>
                      <a:pt x="0" y="31165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0" r="0" b="1"/>
                </a:stretch>
              </a:blipFill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1478240"/>
              <a:ext cx="12040016" cy="27170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10"/>
                </a:lnSpc>
              </a:pPr>
              <a:r>
                <a:rPr lang="en-US" sz="3864">
                  <a:solidFill>
                    <a:srgbClr val="060506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r>
                <a:rPr lang="en-US" sz="3864">
                  <a:solidFill>
                    <a:srgbClr val="060506"/>
                  </a:solidFill>
                  <a:latin typeface="Arial"/>
                  <a:ea typeface="Arial"/>
                  <a:cs typeface="Arial"/>
                  <a:sym typeface="Arial"/>
                </a:rPr>
                <a:t>strutura que armazena uma </a:t>
              </a:r>
              <a:r>
                <a:rPr lang="en-US" sz="3864" b="true">
                  <a:solidFill>
                    <a:srgbClr val="06050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coleção de conjuntos disjuntos</a:t>
              </a:r>
              <a:r>
                <a:rPr lang="en-US" sz="3864">
                  <a:solidFill>
                    <a:srgbClr val="060506"/>
                  </a:solidFill>
                  <a:latin typeface="Arial"/>
                  <a:ea typeface="Arial"/>
                  <a:cs typeface="Arial"/>
                  <a:sym typeface="Arial"/>
                </a:rPr>
                <a:t> e suporta duas operações principais: </a:t>
              </a:r>
              <a:r>
                <a:rPr lang="en-US" sz="3864" b="true">
                  <a:solidFill>
                    <a:srgbClr val="06050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union</a:t>
              </a:r>
              <a:r>
                <a:rPr lang="en-US" sz="3864">
                  <a:solidFill>
                    <a:srgbClr val="060506"/>
                  </a:solidFill>
                  <a:latin typeface="Arial"/>
                  <a:ea typeface="Arial"/>
                  <a:cs typeface="Arial"/>
                  <a:sym typeface="Arial"/>
                </a:rPr>
                <a:t> e </a:t>
              </a:r>
              <a:r>
                <a:rPr lang="en-US" sz="3864" b="true">
                  <a:solidFill>
                    <a:srgbClr val="06050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find.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399227" y="-142875"/>
              <a:ext cx="5241564" cy="1454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7725"/>
                </a:lnSpc>
              </a:pPr>
              <a:r>
                <a:rPr lang="en-US" b="true" sz="5517" u="sng">
                  <a:solidFill>
                    <a:srgbClr val="06050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Union Find!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33841" y="8338610"/>
            <a:ext cx="621862" cy="919690"/>
            <a:chOff x="0" y="0"/>
            <a:chExt cx="829149" cy="12262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9183" cy="1226312"/>
            </a:xfrm>
            <a:custGeom>
              <a:avLst/>
              <a:gdLst/>
              <a:ahLst/>
              <a:cxnLst/>
              <a:rect r="r" b="b" t="t" l="l"/>
              <a:pathLst>
                <a:path h="1226312" w="829183">
                  <a:moveTo>
                    <a:pt x="0" y="0"/>
                  </a:moveTo>
                  <a:lnTo>
                    <a:pt x="829183" y="0"/>
                  </a:lnTo>
                  <a:lnTo>
                    <a:pt x="829183" y="1226312"/>
                  </a:lnTo>
                  <a:lnTo>
                    <a:pt x="0" y="1226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857" t="0" r="-7853" b="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72624" y="8384120"/>
            <a:ext cx="886676" cy="828670"/>
            <a:chOff x="0" y="0"/>
            <a:chExt cx="1182235" cy="11048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82243" cy="1104900"/>
            </a:xfrm>
            <a:custGeom>
              <a:avLst/>
              <a:gdLst/>
              <a:ahLst/>
              <a:cxnLst/>
              <a:rect r="r" b="b" t="t" l="l"/>
              <a:pathLst>
                <a:path h="1104900" w="1182243">
                  <a:moveTo>
                    <a:pt x="0" y="0"/>
                  </a:moveTo>
                  <a:lnTo>
                    <a:pt x="1182243" y="0"/>
                  </a:lnTo>
                  <a:lnTo>
                    <a:pt x="1182243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23900"/>
            <a:ext cx="11741467" cy="1275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958"/>
              </a:lnSpc>
            </a:pPr>
            <a:r>
              <a:rPr lang="en-US" sz="6398" b="true">
                <a:solidFill>
                  <a:srgbClr val="060506"/>
                </a:solidFill>
                <a:latin typeface="Arial Bold"/>
                <a:ea typeface="Arial Bold"/>
                <a:cs typeface="Arial Bold"/>
                <a:sym typeface="Arial Bold"/>
              </a:rPr>
              <a:t>Definições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74574" y="1962360"/>
            <a:ext cx="1421468" cy="725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9"/>
              </a:lnSpc>
            </a:pPr>
            <a:r>
              <a:rPr lang="en-US" sz="8050" b="true">
                <a:solidFill>
                  <a:srgbClr val="FF751F"/>
                </a:solidFill>
                <a:latin typeface="Arial Bold"/>
                <a:ea typeface="Arial Bold"/>
                <a:cs typeface="Arial Bold"/>
                <a:sym typeface="Arial Bold"/>
              </a:rPr>
              <a:t>5 </a:t>
            </a:r>
            <a:r>
              <a:rPr lang="en-US" sz="8050" b="true">
                <a:solidFill>
                  <a:srgbClr val="00BF63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  <a:p>
            <a:pPr algn="l">
              <a:lnSpc>
                <a:spcPts val="11269"/>
              </a:lnSpc>
            </a:pPr>
            <a:r>
              <a:rPr lang="en-US" sz="8050" b="true">
                <a:solidFill>
                  <a:srgbClr val="1496D9"/>
                </a:solidFill>
                <a:latin typeface="Arial Bold"/>
                <a:ea typeface="Arial Bold"/>
                <a:cs typeface="Arial Bold"/>
                <a:sym typeface="Arial Bold"/>
              </a:rPr>
              <a:t>1 2</a:t>
            </a:r>
          </a:p>
          <a:p>
            <a:pPr algn="l">
              <a:lnSpc>
                <a:spcPts val="11269"/>
              </a:lnSpc>
            </a:pPr>
            <a:r>
              <a:rPr lang="en-US" sz="8050" b="true">
                <a:solidFill>
                  <a:srgbClr val="1496D9"/>
                </a:solidFill>
                <a:latin typeface="Arial Bold"/>
                <a:ea typeface="Arial Bold"/>
                <a:cs typeface="Arial Bold"/>
                <a:sym typeface="Arial Bold"/>
              </a:rPr>
              <a:t>3 4</a:t>
            </a:r>
          </a:p>
          <a:p>
            <a:pPr algn="l">
              <a:lnSpc>
                <a:spcPts val="11269"/>
              </a:lnSpc>
            </a:pPr>
            <a:r>
              <a:rPr lang="en-US" sz="8050" b="true">
                <a:solidFill>
                  <a:srgbClr val="1496D9"/>
                </a:solidFill>
                <a:latin typeface="Arial Bold"/>
                <a:ea typeface="Arial Bold"/>
                <a:cs typeface="Arial Bold"/>
                <a:sym typeface="Arial Bold"/>
              </a:rPr>
              <a:t>2 3</a:t>
            </a:r>
          </a:p>
          <a:p>
            <a:pPr algn="l">
              <a:lnSpc>
                <a:spcPts val="11269"/>
              </a:lnSpc>
            </a:pPr>
            <a:r>
              <a:rPr lang="en-US" sz="8050" b="true">
                <a:solidFill>
                  <a:srgbClr val="EB1D24"/>
                </a:solidFill>
                <a:latin typeface="Arial Bold"/>
                <a:ea typeface="Arial Bold"/>
                <a:cs typeface="Arial Bold"/>
                <a:sym typeface="Arial Bold"/>
              </a:rPr>
              <a:t>1 4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36286"/>
            <a:ext cx="9208074" cy="707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4258" indent="-251419" lvl="2">
              <a:lnSpc>
                <a:spcPts val="4618"/>
              </a:lnSpc>
              <a:buFont typeface="Arial"/>
              <a:buChar char="⚬"/>
            </a:pPr>
            <a:r>
              <a:rPr lang="en-US" sz="3298">
                <a:solidFill>
                  <a:srgbClr val="060506"/>
                </a:solidFill>
                <a:latin typeface="Arial"/>
                <a:ea typeface="Arial"/>
                <a:cs typeface="Arial"/>
                <a:sym typeface="Arial"/>
              </a:rPr>
              <a:t>Quantos saguins?</a:t>
            </a:r>
          </a:p>
          <a:p>
            <a:pPr algn="l" marL="1347982" indent="-336996" lvl="3">
              <a:lnSpc>
                <a:spcPts val="4618"/>
              </a:lnSpc>
              <a:buFont typeface="Arial"/>
              <a:buChar char="￭"/>
            </a:pPr>
            <a:r>
              <a:rPr lang="en-US" b="true" sz="3298">
                <a:solidFill>
                  <a:srgbClr val="FF751F"/>
                </a:solidFill>
                <a:latin typeface="Arial Bold"/>
                <a:ea typeface="Arial Bold"/>
                <a:cs typeface="Arial Bold"/>
                <a:sym typeface="Arial Bold"/>
              </a:rPr>
              <a:t>5</a:t>
            </a:r>
          </a:p>
          <a:p>
            <a:pPr algn="l" marL="1347982" indent="-336996" lvl="3">
              <a:lnSpc>
                <a:spcPts val="4618"/>
              </a:lnSpc>
            </a:pPr>
          </a:p>
          <a:p>
            <a:pPr algn="l" marL="754258" indent="-251419" lvl="2">
              <a:lnSpc>
                <a:spcPts val="4618"/>
              </a:lnSpc>
              <a:buFont typeface="Arial"/>
              <a:buChar char="⚬"/>
            </a:pPr>
            <a:r>
              <a:rPr lang="en-US" sz="3298">
                <a:solidFill>
                  <a:srgbClr val="060506"/>
                </a:solidFill>
                <a:latin typeface="Arial"/>
                <a:ea typeface="Arial"/>
                <a:cs typeface="Arial"/>
                <a:sym typeface="Arial"/>
              </a:rPr>
              <a:t>Quantos encontros?</a:t>
            </a:r>
          </a:p>
          <a:p>
            <a:pPr algn="l" marL="1347982" indent="-336996" lvl="3">
              <a:lnSpc>
                <a:spcPts val="4618"/>
              </a:lnSpc>
              <a:buFont typeface="Arial"/>
              <a:buChar char="￭"/>
            </a:pPr>
            <a:r>
              <a:rPr lang="en-US" b="true" sz="3298">
                <a:solidFill>
                  <a:srgbClr val="00BF63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  <a:p>
            <a:pPr algn="l" marL="1347982" indent="-336996" lvl="3">
              <a:lnSpc>
                <a:spcPts val="4618"/>
              </a:lnSpc>
            </a:pPr>
          </a:p>
          <a:p>
            <a:pPr algn="l" marL="754258" indent="-251419" lvl="2">
              <a:lnSpc>
                <a:spcPts val="4618"/>
              </a:lnSpc>
              <a:buFont typeface="Arial"/>
              <a:buChar char="⚬"/>
            </a:pPr>
            <a:r>
              <a:rPr lang="en-US" sz="3298">
                <a:solidFill>
                  <a:srgbClr val="060506"/>
                </a:solidFill>
                <a:latin typeface="Arial"/>
                <a:ea typeface="Arial"/>
                <a:cs typeface="Arial"/>
                <a:sym typeface="Arial"/>
              </a:rPr>
              <a:t>Quais saguins juntaram seus grupos?</a:t>
            </a:r>
          </a:p>
          <a:p>
            <a:pPr algn="l" marL="1347982" indent="-336996" lvl="3">
              <a:lnSpc>
                <a:spcPts val="4618"/>
              </a:lnSpc>
              <a:buFont typeface="Arial"/>
              <a:buChar char="￭"/>
            </a:pPr>
            <a:r>
              <a:rPr lang="en-US" b="true" sz="3298">
                <a:solidFill>
                  <a:srgbClr val="1496D9"/>
                </a:solidFill>
                <a:latin typeface="Arial Bold"/>
                <a:ea typeface="Arial Bold"/>
                <a:cs typeface="Arial Bold"/>
                <a:sym typeface="Arial Bold"/>
              </a:rPr>
              <a:t>1 ∪ 2</a:t>
            </a:r>
          </a:p>
          <a:p>
            <a:pPr algn="l" marL="1347982" indent="-336996" lvl="3">
              <a:lnSpc>
                <a:spcPts val="4618"/>
              </a:lnSpc>
              <a:buFont typeface="Arial"/>
              <a:buChar char="￭"/>
            </a:pPr>
            <a:r>
              <a:rPr lang="en-US" b="true" sz="3298">
                <a:solidFill>
                  <a:srgbClr val="1496D9"/>
                </a:solidFill>
                <a:latin typeface="Arial Bold"/>
                <a:ea typeface="Arial Bold"/>
                <a:cs typeface="Arial Bold"/>
                <a:sym typeface="Arial Bold"/>
              </a:rPr>
              <a:t>3 ∪ 4</a:t>
            </a:r>
          </a:p>
          <a:p>
            <a:pPr algn="l" marL="1347982" indent="-336996" lvl="3">
              <a:lnSpc>
                <a:spcPts val="4618"/>
              </a:lnSpc>
              <a:buFont typeface="Arial"/>
              <a:buChar char="￭"/>
            </a:pPr>
            <a:r>
              <a:rPr lang="en-US" b="true" sz="3298" i="true">
                <a:solidFill>
                  <a:srgbClr val="1496D9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2 ∪ 3</a:t>
            </a:r>
          </a:p>
          <a:p>
            <a:pPr algn="l" marL="1347982" indent="-336996" lvl="3">
              <a:lnSpc>
                <a:spcPts val="4618"/>
              </a:lnSpc>
            </a:pPr>
          </a:p>
          <a:p>
            <a:pPr algn="l" marL="754258" indent="-251419" lvl="2">
              <a:lnSpc>
                <a:spcPts val="4618"/>
              </a:lnSpc>
              <a:buFont typeface="Arial"/>
              <a:buChar char="⚬"/>
            </a:pPr>
            <a:r>
              <a:rPr lang="en-US" b="true" sz="3298">
                <a:solidFill>
                  <a:srgbClr val="EB1D24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  <a:r>
              <a:rPr lang="en-US" sz="3298">
                <a:solidFill>
                  <a:srgbClr val="060506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b="true" sz="3298">
                <a:solidFill>
                  <a:srgbClr val="EB1D24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  <a:r>
              <a:rPr lang="en-US" b="true" sz="3298">
                <a:solidFill>
                  <a:srgbClr val="060506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3298">
                <a:solidFill>
                  <a:srgbClr val="060506"/>
                </a:solidFill>
                <a:latin typeface="Arial"/>
                <a:ea typeface="Arial"/>
                <a:cs typeface="Arial"/>
                <a:sym typeface="Arial"/>
              </a:rPr>
              <a:t>estão no mesmo grupo?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533841" y="8338610"/>
            <a:ext cx="621862" cy="919690"/>
            <a:chOff x="0" y="0"/>
            <a:chExt cx="829149" cy="12262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9183" cy="1226312"/>
            </a:xfrm>
            <a:custGeom>
              <a:avLst/>
              <a:gdLst/>
              <a:ahLst/>
              <a:cxnLst/>
              <a:rect r="r" b="b" t="t" l="l"/>
              <a:pathLst>
                <a:path h="1226312" w="829183">
                  <a:moveTo>
                    <a:pt x="0" y="0"/>
                  </a:moveTo>
                  <a:lnTo>
                    <a:pt x="829183" y="0"/>
                  </a:lnTo>
                  <a:lnTo>
                    <a:pt x="829183" y="1226312"/>
                  </a:lnTo>
                  <a:lnTo>
                    <a:pt x="0" y="1226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857" t="0" r="-7853" b="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372624" y="8384120"/>
            <a:ext cx="886676" cy="828670"/>
            <a:chOff x="0" y="0"/>
            <a:chExt cx="1182235" cy="11048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2243" cy="1104900"/>
            </a:xfrm>
            <a:custGeom>
              <a:avLst/>
              <a:gdLst/>
              <a:ahLst/>
              <a:cxnLst/>
              <a:rect r="r" b="b" t="t" l="l"/>
              <a:pathLst>
                <a:path h="1104900" w="1182243">
                  <a:moveTo>
                    <a:pt x="0" y="0"/>
                  </a:moveTo>
                  <a:lnTo>
                    <a:pt x="1182243" y="0"/>
                  </a:lnTo>
                  <a:lnTo>
                    <a:pt x="1182243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61968" y="-19050"/>
            <a:ext cx="38100" cy="10325100"/>
            <a:chOff x="0" y="0"/>
            <a:chExt cx="50800" cy="13766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25400"/>
              <a:ext cx="5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0800">
                  <a:moveTo>
                    <a:pt x="0" y="13716000"/>
                  </a:moveTo>
                  <a:lnTo>
                    <a:pt x="0" y="0"/>
                  </a:lnTo>
                  <a:lnTo>
                    <a:pt x="50800" y="0"/>
                  </a:lnTo>
                  <a:lnTo>
                    <a:pt x="5080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62036" y="-19050"/>
            <a:ext cx="38100" cy="10325100"/>
            <a:chOff x="0" y="0"/>
            <a:chExt cx="50800" cy="13766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25400"/>
              <a:ext cx="5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0800">
                  <a:moveTo>
                    <a:pt x="0" y="13716000"/>
                  </a:moveTo>
                  <a:lnTo>
                    <a:pt x="0" y="0"/>
                  </a:lnTo>
                  <a:lnTo>
                    <a:pt x="50800" y="0"/>
                  </a:lnTo>
                  <a:lnTo>
                    <a:pt x="5080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724004" y="-19050"/>
            <a:ext cx="38100" cy="10325100"/>
            <a:chOff x="0" y="0"/>
            <a:chExt cx="50800" cy="13766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25400"/>
              <a:ext cx="50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0800">
                  <a:moveTo>
                    <a:pt x="0" y="13716000"/>
                  </a:moveTo>
                  <a:lnTo>
                    <a:pt x="0" y="0"/>
                  </a:lnTo>
                  <a:lnTo>
                    <a:pt x="50800" y="0"/>
                  </a:lnTo>
                  <a:lnTo>
                    <a:pt x="50800" y="137160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3679" y="847725"/>
            <a:ext cx="3008304" cy="6630128"/>
            <a:chOff x="0" y="0"/>
            <a:chExt cx="4011072" cy="884017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2499485"/>
              <a:ext cx="1685759" cy="1691296"/>
              <a:chOff x="0" y="0"/>
              <a:chExt cx="1685759" cy="169129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685798" cy="1691386"/>
              </a:xfrm>
              <a:custGeom>
                <a:avLst/>
                <a:gdLst/>
                <a:ahLst/>
                <a:cxnLst/>
                <a:rect r="r" b="b" t="t" l="l"/>
                <a:pathLst>
                  <a:path h="1691386" w="1685798">
                    <a:moveTo>
                      <a:pt x="842899" y="0"/>
                    </a:moveTo>
                    <a:cubicBezTo>
                      <a:pt x="377317" y="0"/>
                      <a:pt x="0" y="378587"/>
                      <a:pt x="0" y="845693"/>
                    </a:cubicBezTo>
                    <a:cubicBezTo>
                      <a:pt x="0" y="1312799"/>
                      <a:pt x="377317" y="1691386"/>
                      <a:pt x="842899" y="1691386"/>
                    </a:cubicBezTo>
                    <a:cubicBezTo>
                      <a:pt x="1308481" y="1691386"/>
                      <a:pt x="1685798" y="1312799"/>
                      <a:pt x="1685798" y="845693"/>
                    </a:cubicBezTo>
                    <a:cubicBezTo>
                      <a:pt x="1685798" y="378587"/>
                      <a:pt x="1308354" y="0"/>
                      <a:pt x="84289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158040" y="2480249"/>
              <a:ext cx="1369679" cy="1551972"/>
              <a:chOff x="0" y="0"/>
              <a:chExt cx="1369679" cy="155197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369679" cy="1551972"/>
              </a:xfrm>
              <a:custGeom>
                <a:avLst/>
                <a:gdLst/>
                <a:ahLst/>
                <a:cxnLst/>
                <a:rect r="r" b="b" t="t" l="l"/>
                <a:pathLst>
                  <a:path h="1551972" w="1369679">
                    <a:moveTo>
                      <a:pt x="0" y="0"/>
                    </a:moveTo>
                    <a:lnTo>
                      <a:pt x="1369679" y="0"/>
                    </a:lnTo>
                    <a:lnTo>
                      <a:pt x="1369679" y="1551972"/>
                    </a:lnTo>
                    <a:lnTo>
                      <a:pt x="0" y="155197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85725"/>
                <a:ext cx="1369679" cy="16376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598"/>
                  </a:lnSpc>
                </a:pPr>
                <a:r>
                  <a:rPr lang="en-US" sz="3999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1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325313" y="2512185"/>
              <a:ext cx="1685759" cy="1691296"/>
              <a:chOff x="0" y="0"/>
              <a:chExt cx="1685759" cy="169129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685798" cy="1691386"/>
              </a:xfrm>
              <a:custGeom>
                <a:avLst/>
                <a:gdLst/>
                <a:ahLst/>
                <a:cxnLst/>
                <a:rect r="r" b="b" t="t" l="l"/>
                <a:pathLst>
                  <a:path h="1691386" w="1685798">
                    <a:moveTo>
                      <a:pt x="842899" y="0"/>
                    </a:moveTo>
                    <a:cubicBezTo>
                      <a:pt x="377317" y="0"/>
                      <a:pt x="0" y="378587"/>
                      <a:pt x="0" y="845693"/>
                    </a:cubicBezTo>
                    <a:cubicBezTo>
                      <a:pt x="0" y="1312799"/>
                      <a:pt x="377317" y="1691386"/>
                      <a:pt x="842899" y="1691386"/>
                    </a:cubicBezTo>
                    <a:cubicBezTo>
                      <a:pt x="1308481" y="1691386"/>
                      <a:pt x="1685798" y="1312799"/>
                      <a:pt x="1685798" y="845693"/>
                    </a:cubicBezTo>
                    <a:cubicBezTo>
                      <a:pt x="1685798" y="378587"/>
                      <a:pt x="1308354" y="0"/>
                      <a:pt x="84289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2483353" y="2492949"/>
              <a:ext cx="1369679" cy="1551972"/>
              <a:chOff x="0" y="0"/>
              <a:chExt cx="1369679" cy="155197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69679" cy="1551972"/>
              </a:xfrm>
              <a:custGeom>
                <a:avLst/>
                <a:gdLst/>
                <a:ahLst/>
                <a:cxnLst/>
                <a:rect r="r" b="b" t="t" l="l"/>
                <a:pathLst>
                  <a:path h="1551972" w="1369679">
                    <a:moveTo>
                      <a:pt x="0" y="0"/>
                    </a:moveTo>
                    <a:lnTo>
                      <a:pt x="1369679" y="0"/>
                    </a:lnTo>
                    <a:lnTo>
                      <a:pt x="1369679" y="1551972"/>
                    </a:lnTo>
                    <a:lnTo>
                      <a:pt x="0" y="155197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85725"/>
                <a:ext cx="1369679" cy="16376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598"/>
                  </a:lnSpc>
                </a:pPr>
                <a:r>
                  <a:rPr lang="en-US" sz="3999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2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4822579"/>
              <a:ext cx="1685759" cy="1691296"/>
              <a:chOff x="0" y="0"/>
              <a:chExt cx="1685759" cy="169129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685798" cy="1691386"/>
              </a:xfrm>
              <a:custGeom>
                <a:avLst/>
                <a:gdLst/>
                <a:ahLst/>
                <a:cxnLst/>
                <a:rect r="r" b="b" t="t" l="l"/>
                <a:pathLst>
                  <a:path h="1691386" w="1685798">
                    <a:moveTo>
                      <a:pt x="842899" y="0"/>
                    </a:moveTo>
                    <a:cubicBezTo>
                      <a:pt x="377317" y="0"/>
                      <a:pt x="0" y="378587"/>
                      <a:pt x="0" y="845693"/>
                    </a:cubicBezTo>
                    <a:cubicBezTo>
                      <a:pt x="0" y="1312799"/>
                      <a:pt x="377317" y="1691386"/>
                      <a:pt x="842899" y="1691386"/>
                    </a:cubicBezTo>
                    <a:cubicBezTo>
                      <a:pt x="1308481" y="1691386"/>
                      <a:pt x="1685798" y="1312799"/>
                      <a:pt x="1685798" y="845693"/>
                    </a:cubicBezTo>
                    <a:cubicBezTo>
                      <a:pt x="1685798" y="378587"/>
                      <a:pt x="1308354" y="0"/>
                      <a:pt x="84289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158040" y="4803342"/>
              <a:ext cx="1369679" cy="1551972"/>
              <a:chOff x="0" y="0"/>
              <a:chExt cx="1369679" cy="155197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369679" cy="1551972"/>
              </a:xfrm>
              <a:custGeom>
                <a:avLst/>
                <a:gdLst/>
                <a:ahLst/>
                <a:cxnLst/>
                <a:rect r="r" b="b" t="t" l="l"/>
                <a:pathLst>
                  <a:path h="1551972" w="1369679">
                    <a:moveTo>
                      <a:pt x="0" y="0"/>
                    </a:moveTo>
                    <a:lnTo>
                      <a:pt x="1369679" y="0"/>
                    </a:lnTo>
                    <a:lnTo>
                      <a:pt x="1369679" y="1551972"/>
                    </a:lnTo>
                    <a:lnTo>
                      <a:pt x="0" y="155197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85725"/>
                <a:ext cx="1369679" cy="16376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598"/>
                  </a:lnSpc>
                </a:pPr>
                <a:r>
                  <a:rPr lang="en-US" sz="3999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3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2320759" y="4822579"/>
              <a:ext cx="1685759" cy="1691296"/>
              <a:chOff x="0" y="0"/>
              <a:chExt cx="1685759" cy="169129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685798" cy="1691386"/>
              </a:xfrm>
              <a:custGeom>
                <a:avLst/>
                <a:gdLst/>
                <a:ahLst/>
                <a:cxnLst/>
                <a:rect r="r" b="b" t="t" l="l"/>
                <a:pathLst>
                  <a:path h="1691386" w="1685798">
                    <a:moveTo>
                      <a:pt x="842899" y="0"/>
                    </a:moveTo>
                    <a:cubicBezTo>
                      <a:pt x="377317" y="0"/>
                      <a:pt x="0" y="378587"/>
                      <a:pt x="0" y="845693"/>
                    </a:cubicBezTo>
                    <a:cubicBezTo>
                      <a:pt x="0" y="1312799"/>
                      <a:pt x="377317" y="1691386"/>
                      <a:pt x="842899" y="1691386"/>
                    </a:cubicBezTo>
                    <a:cubicBezTo>
                      <a:pt x="1308481" y="1691386"/>
                      <a:pt x="1685798" y="1312799"/>
                      <a:pt x="1685798" y="845693"/>
                    </a:cubicBezTo>
                    <a:cubicBezTo>
                      <a:pt x="1685798" y="378587"/>
                      <a:pt x="1308354" y="0"/>
                      <a:pt x="84289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2478799" y="4803342"/>
              <a:ext cx="1369679" cy="1551972"/>
              <a:chOff x="0" y="0"/>
              <a:chExt cx="1369679" cy="155197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369679" cy="1551972"/>
              </a:xfrm>
              <a:custGeom>
                <a:avLst/>
                <a:gdLst/>
                <a:ahLst/>
                <a:cxnLst/>
                <a:rect r="r" b="b" t="t" l="l"/>
                <a:pathLst>
                  <a:path h="1551972" w="1369679">
                    <a:moveTo>
                      <a:pt x="0" y="0"/>
                    </a:moveTo>
                    <a:lnTo>
                      <a:pt x="1369679" y="0"/>
                    </a:lnTo>
                    <a:lnTo>
                      <a:pt x="1369679" y="1551972"/>
                    </a:lnTo>
                    <a:lnTo>
                      <a:pt x="0" y="155197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85725"/>
                <a:ext cx="1369679" cy="16376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598"/>
                  </a:lnSpc>
                </a:pPr>
                <a:r>
                  <a:rPr lang="en-US" sz="3999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4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7148875"/>
              <a:ext cx="1685759" cy="1691296"/>
              <a:chOff x="0" y="0"/>
              <a:chExt cx="1685759" cy="1691296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685798" cy="1691386"/>
              </a:xfrm>
              <a:custGeom>
                <a:avLst/>
                <a:gdLst/>
                <a:ahLst/>
                <a:cxnLst/>
                <a:rect r="r" b="b" t="t" l="l"/>
                <a:pathLst>
                  <a:path h="1691386" w="1685798">
                    <a:moveTo>
                      <a:pt x="842899" y="0"/>
                    </a:moveTo>
                    <a:cubicBezTo>
                      <a:pt x="377317" y="0"/>
                      <a:pt x="0" y="378587"/>
                      <a:pt x="0" y="845693"/>
                    </a:cubicBezTo>
                    <a:cubicBezTo>
                      <a:pt x="0" y="1312799"/>
                      <a:pt x="377317" y="1691386"/>
                      <a:pt x="842899" y="1691386"/>
                    </a:cubicBezTo>
                    <a:cubicBezTo>
                      <a:pt x="1308481" y="1691386"/>
                      <a:pt x="1685798" y="1312799"/>
                      <a:pt x="1685798" y="845693"/>
                    </a:cubicBezTo>
                    <a:cubicBezTo>
                      <a:pt x="1685798" y="378587"/>
                      <a:pt x="1308354" y="0"/>
                      <a:pt x="84289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158040" y="7129638"/>
              <a:ext cx="1369679" cy="1551972"/>
              <a:chOff x="0" y="0"/>
              <a:chExt cx="1369679" cy="1551972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369679" cy="1551972"/>
              </a:xfrm>
              <a:custGeom>
                <a:avLst/>
                <a:gdLst/>
                <a:ahLst/>
                <a:cxnLst/>
                <a:rect r="r" b="b" t="t" l="l"/>
                <a:pathLst>
                  <a:path h="1551972" w="1369679">
                    <a:moveTo>
                      <a:pt x="0" y="0"/>
                    </a:moveTo>
                    <a:lnTo>
                      <a:pt x="1369679" y="0"/>
                    </a:lnTo>
                    <a:lnTo>
                      <a:pt x="1369679" y="1551972"/>
                    </a:lnTo>
                    <a:lnTo>
                      <a:pt x="0" y="155197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85725"/>
                <a:ext cx="1369679" cy="16376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598"/>
                  </a:lnSpc>
                </a:pPr>
                <a:r>
                  <a:rPr lang="en-US" sz="3999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5</a:t>
                </a: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1626393" y="-180975"/>
              <a:ext cx="758287" cy="2041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269"/>
                </a:lnSpc>
              </a:pPr>
              <a:r>
                <a:rPr lang="en-US" sz="8050" b="true">
                  <a:solidFill>
                    <a:srgbClr val="FF75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376506" y="847725"/>
            <a:ext cx="3056745" cy="6639653"/>
            <a:chOff x="0" y="0"/>
            <a:chExt cx="4075660" cy="8852871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1121241" y="-180975"/>
              <a:ext cx="1898308" cy="2041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269"/>
                </a:lnSpc>
              </a:pPr>
              <a:r>
                <a:rPr lang="en-US" sz="8050" b="true">
                  <a:solidFill>
                    <a:srgbClr val="1496D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1 2</a:t>
              </a:r>
            </a:p>
          </p:txBody>
        </p:sp>
        <p:sp>
          <p:nvSpPr>
            <p:cNvPr name="Freeform 37" id="37"/>
            <p:cNvSpPr/>
            <p:nvPr/>
          </p:nvSpPr>
          <p:spPr>
            <a:xfrm flipH="false" flipV="false" rot="0">
              <a:off x="0" y="2427574"/>
              <a:ext cx="1824044" cy="1832350"/>
            </a:xfrm>
            <a:custGeom>
              <a:avLst/>
              <a:gdLst/>
              <a:ahLst/>
              <a:cxnLst/>
              <a:rect r="r" b="b" t="t" l="l"/>
              <a:pathLst>
                <a:path h="1832350" w="1824044">
                  <a:moveTo>
                    <a:pt x="0" y="0"/>
                  </a:moveTo>
                  <a:lnTo>
                    <a:pt x="1824044" y="0"/>
                  </a:lnTo>
                  <a:lnTo>
                    <a:pt x="1824044" y="1832350"/>
                  </a:lnTo>
                  <a:lnTo>
                    <a:pt x="0" y="1832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8" id="38"/>
            <p:cNvGrpSpPr/>
            <p:nvPr/>
          </p:nvGrpSpPr>
          <p:grpSpPr>
            <a:xfrm rot="0">
              <a:off x="227182" y="2477741"/>
              <a:ext cx="1369679" cy="1554223"/>
              <a:chOff x="0" y="0"/>
              <a:chExt cx="1369679" cy="1554223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369679" cy="1554223"/>
              </a:xfrm>
              <a:custGeom>
                <a:avLst/>
                <a:gdLst/>
                <a:ahLst/>
                <a:cxnLst/>
                <a:rect r="r" b="b" t="t" l="l"/>
                <a:pathLst>
                  <a:path h="1554223" w="1369679">
                    <a:moveTo>
                      <a:pt x="0" y="0"/>
                    </a:moveTo>
                    <a:lnTo>
                      <a:pt x="1369679" y="0"/>
                    </a:lnTo>
                    <a:lnTo>
                      <a:pt x="1369679" y="1554223"/>
                    </a:lnTo>
                    <a:lnTo>
                      <a:pt x="0" y="155422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85725"/>
                <a:ext cx="1369679" cy="163994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598"/>
                  </a:lnSpc>
                </a:pPr>
                <a:r>
                  <a:rPr lang="en-US" sz="3999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1</a:t>
                </a:r>
              </a:p>
            </p:txBody>
          </p:sp>
        </p:grpSp>
        <p:sp>
          <p:nvSpPr>
            <p:cNvPr name="Freeform 41" id="41"/>
            <p:cNvSpPr/>
            <p:nvPr/>
          </p:nvSpPr>
          <p:spPr>
            <a:xfrm flipH="false" flipV="false" rot="0">
              <a:off x="0" y="4753436"/>
              <a:ext cx="1824044" cy="1832350"/>
            </a:xfrm>
            <a:custGeom>
              <a:avLst/>
              <a:gdLst/>
              <a:ahLst/>
              <a:cxnLst/>
              <a:rect r="r" b="b" t="t" l="l"/>
              <a:pathLst>
                <a:path h="1832350" w="1824044">
                  <a:moveTo>
                    <a:pt x="0" y="0"/>
                  </a:moveTo>
                  <a:lnTo>
                    <a:pt x="1824044" y="0"/>
                  </a:lnTo>
                  <a:lnTo>
                    <a:pt x="1824044" y="1832350"/>
                  </a:lnTo>
                  <a:lnTo>
                    <a:pt x="0" y="1832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2" id="42"/>
            <p:cNvGrpSpPr/>
            <p:nvPr/>
          </p:nvGrpSpPr>
          <p:grpSpPr>
            <a:xfrm rot="0">
              <a:off x="227182" y="4803604"/>
              <a:ext cx="1369679" cy="1554223"/>
              <a:chOff x="0" y="0"/>
              <a:chExt cx="1369679" cy="1554223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369679" cy="1554223"/>
              </a:xfrm>
              <a:custGeom>
                <a:avLst/>
                <a:gdLst/>
                <a:ahLst/>
                <a:cxnLst/>
                <a:rect r="r" b="b" t="t" l="l"/>
                <a:pathLst>
                  <a:path h="1554223" w="1369679">
                    <a:moveTo>
                      <a:pt x="0" y="0"/>
                    </a:moveTo>
                    <a:lnTo>
                      <a:pt x="1369679" y="0"/>
                    </a:lnTo>
                    <a:lnTo>
                      <a:pt x="1369679" y="1554223"/>
                    </a:lnTo>
                    <a:lnTo>
                      <a:pt x="0" y="155422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85725"/>
                <a:ext cx="1369679" cy="163994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598"/>
                  </a:lnSpc>
                </a:pPr>
                <a:r>
                  <a:rPr lang="en-US" sz="3999" b="true">
                    <a:solidFill>
                      <a:srgbClr val="00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2</a:t>
                </a: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886622" y="4165381"/>
              <a:ext cx="50800" cy="682596"/>
              <a:chOff x="0" y="0"/>
              <a:chExt cx="50800" cy="682596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25400"/>
                <a:ext cx="50800" cy="631825"/>
              </a:xfrm>
              <a:custGeom>
                <a:avLst/>
                <a:gdLst/>
                <a:ahLst/>
                <a:cxnLst/>
                <a:rect r="r" b="b" t="t" l="l"/>
                <a:pathLst>
                  <a:path h="631825" w="50800">
                    <a:moveTo>
                      <a:pt x="50800" y="0"/>
                    </a:moveTo>
                    <a:lnTo>
                      <a:pt x="50800" y="631825"/>
                    </a:lnTo>
                    <a:lnTo>
                      <a:pt x="0" y="6318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47" id="47"/>
            <p:cNvGrpSpPr/>
            <p:nvPr/>
          </p:nvGrpSpPr>
          <p:grpSpPr>
            <a:xfrm rot="0">
              <a:off x="2389901" y="2512185"/>
              <a:ext cx="1685759" cy="1691296"/>
              <a:chOff x="0" y="0"/>
              <a:chExt cx="1685759" cy="1691296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685798" cy="1691386"/>
              </a:xfrm>
              <a:custGeom>
                <a:avLst/>
                <a:gdLst/>
                <a:ahLst/>
                <a:cxnLst/>
                <a:rect r="r" b="b" t="t" l="l"/>
                <a:pathLst>
                  <a:path h="1691386" w="1685798">
                    <a:moveTo>
                      <a:pt x="842899" y="0"/>
                    </a:moveTo>
                    <a:cubicBezTo>
                      <a:pt x="377317" y="0"/>
                      <a:pt x="0" y="378587"/>
                      <a:pt x="0" y="845693"/>
                    </a:cubicBezTo>
                    <a:cubicBezTo>
                      <a:pt x="0" y="1312799"/>
                      <a:pt x="377317" y="1691386"/>
                      <a:pt x="842899" y="1691386"/>
                    </a:cubicBezTo>
                    <a:cubicBezTo>
                      <a:pt x="1308481" y="1691386"/>
                      <a:pt x="1685798" y="1312799"/>
                      <a:pt x="1685798" y="845693"/>
                    </a:cubicBezTo>
                    <a:cubicBezTo>
                      <a:pt x="1685798" y="378587"/>
                      <a:pt x="1308354" y="0"/>
                      <a:pt x="84289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2547941" y="2492949"/>
              <a:ext cx="1369679" cy="1551972"/>
              <a:chOff x="0" y="0"/>
              <a:chExt cx="1369679" cy="1551972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369679" cy="1551972"/>
              </a:xfrm>
              <a:custGeom>
                <a:avLst/>
                <a:gdLst/>
                <a:ahLst/>
                <a:cxnLst/>
                <a:rect r="r" b="b" t="t" l="l"/>
                <a:pathLst>
                  <a:path h="1551972" w="1369679">
                    <a:moveTo>
                      <a:pt x="0" y="0"/>
                    </a:moveTo>
                    <a:lnTo>
                      <a:pt x="1369679" y="0"/>
                    </a:lnTo>
                    <a:lnTo>
                      <a:pt x="1369679" y="1551972"/>
                    </a:lnTo>
                    <a:lnTo>
                      <a:pt x="0" y="155197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85725"/>
                <a:ext cx="1369679" cy="16376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598"/>
                  </a:lnSpc>
                </a:pPr>
                <a:r>
                  <a:rPr lang="en-US" sz="3999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3</a:t>
                </a: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2389901" y="4835279"/>
              <a:ext cx="1685759" cy="1691296"/>
              <a:chOff x="0" y="0"/>
              <a:chExt cx="1685759" cy="1691296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685798" cy="1691386"/>
              </a:xfrm>
              <a:custGeom>
                <a:avLst/>
                <a:gdLst/>
                <a:ahLst/>
                <a:cxnLst/>
                <a:rect r="r" b="b" t="t" l="l"/>
                <a:pathLst>
                  <a:path h="1691386" w="1685798">
                    <a:moveTo>
                      <a:pt x="842899" y="0"/>
                    </a:moveTo>
                    <a:cubicBezTo>
                      <a:pt x="377317" y="0"/>
                      <a:pt x="0" y="378587"/>
                      <a:pt x="0" y="845693"/>
                    </a:cubicBezTo>
                    <a:cubicBezTo>
                      <a:pt x="0" y="1312799"/>
                      <a:pt x="377317" y="1691386"/>
                      <a:pt x="842899" y="1691386"/>
                    </a:cubicBezTo>
                    <a:cubicBezTo>
                      <a:pt x="1308481" y="1691386"/>
                      <a:pt x="1685798" y="1312799"/>
                      <a:pt x="1685798" y="845693"/>
                    </a:cubicBezTo>
                    <a:cubicBezTo>
                      <a:pt x="1685798" y="378587"/>
                      <a:pt x="1308354" y="0"/>
                      <a:pt x="84289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54" id="54"/>
            <p:cNvGrpSpPr/>
            <p:nvPr/>
          </p:nvGrpSpPr>
          <p:grpSpPr>
            <a:xfrm rot="0">
              <a:off x="2547941" y="4816042"/>
              <a:ext cx="1369679" cy="1551972"/>
              <a:chOff x="0" y="0"/>
              <a:chExt cx="1369679" cy="1551972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369679" cy="1551972"/>
              </a:xfrm>
              <a:custGeom>
                <a:avLst/>
                <a:gdLst/>
                <a:ahLst/>
                <a:cxnLst/>
                <a:rect r="r" b="b" t="t" l="l"/>
                <a:pathLst>
                  <a:path h="1551972" w="1369679">
                    <a:moveTo>
                      <a:pt x="0" y="0"/>
                    </a:moveTo>
                    <a:lnTo>
                      <a:pt x="1369679" y="0"/>
                    </a:lnTo>
                    <a:lnTo>
                      <a:pt x="1369679" y="1551972"/>
                    </a:lnTo>
                    <a:lnTo>
                      <a:pt x="0" y="155197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85725"/>
                <a:ext cx="1369679" cy="16376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598"/>
                  </a:lnSpc>
                </a:pPr>
                <a:r>
                  <a:rPr lang="en-US" sz="3999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4</a:t>
                </a: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2389901" y="7161575"/>
              <a:ext cx="1685759" cy="1691296"/>
              <a:chOff x="0" y="0"/>
              <a:chExt cx="1685759" cy="1691296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1685798" cy="1691386"/>
              </a:xfrm>
              <a:custGeom>
                <a:avLst/>
                <a:gdLst/>
                <a:ahLst/>
                <a:cxnLst/>
                <a:rect r="r" b="b" t="t" l="l"/>
                <a:pathLst>
                  <a:path h="1691386" w="1685798">
                    <a:moveTo>
                      <a:pt x="842899" y="0"/>
                    </a:moveTo>
                    <a:cubicBezTo>
                      <a:pt x="377317" y="0"/>
                      <a:pt x="0" y="378587"/>
                      <a:pt x="0" y="845693"/>
                    </a:cubicBezTo>
                    <a:cubicBezTo>
                      <a:pt x="0" y="1312799"/>
                      <a:pt x="377317" y="1691386"/>
                      <a:pt x="842899" y="1691386"/>
                    </a:cubicBezTo>
                    <a:cubicBezTo>
                      <a:pt x="1308481" y="1691386"/>
                      <a:pt x="1685798" y="1312799"/>
                      <a:pt x="1685798" y="845693"/>
                    </a:cubicBezTo>
                    <a:cubicBezTo>
                      <a:pt x="1685798" y="378587"/>
                      <a:pt x="1308354" y="0"/>
                      <a:pt x="84289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59" id="59"/>
            <p:cNvGrpSpPr/>
            <p:nvPr/>
          </p:nvGrpSpPr>
          <p:grpSpPr>
            <a:xfrm rot="0">
              <a:off x="2547941" y="7142338"/>
              <a:ext cx="1369679" cy="1551972"/>
              <a:chOff x="0" y="0"/>
              <a:chExt cx="1369679" cy="1551972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1369679" cy="1551972"/>
              </a:xfrm>
              <a:custGeom>
                <a:avLst/>
                <a:gdLst/>
                <a:ahLst/>
                <a:cxnLst/>
                <a:rect r="r" b="b" t="t" l="l"/>
                <a:pathLst>
                  <a:path h="1551972" w="1369679">
                    <a:moveTo>
                      <a:pt x="0" y="0"/>
                    </a:moveTo>
                    <a:lnTo>
                      <a:pt x="1369679" y="0"/>
                    </a:lnTo>
                    <a:lnTo>
                      <a:pt x="1369679" y="1551972"/>
                    </a:lnTo>
                    <a:lnTo>
                      <a:pt x="0" y="155197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85725"/>
                <a:ext cx="1369679" cy="16376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598"/>
                  </a:lnSpc>
                </a:pPr>
                <a:r>
                  <a:rPr lang="en-US" sz="3999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5</a:t>
                </a:r>
              </a:p>
            </p:txBody>
          </p:sp>
        </p:grpSp>
      </p:grpSp>
      <p:grpSp>
        <p:nvGrpSpPr>
          <p:cNvPr name="Group 62" id="62"/>
          <p:cNvGrpSpPr/>
          <p:nvPr/>
        </p:nvGrpSpPr>
        <p:grpSpPr>
          <a:xfrm rot="0">
            <a:off x="10015680" y="847725"/>
            <a:ext cx="3108602" cy="6630128"/>
            <a:chOff x="0" y="0"/>
            <a:chExt cx="4144802" cy="8840171"/>
          </a:xfrm>
        </p:grpSpPr>
        <p:sp>
          <p:nvSpPr>
            <p:cNvPr name="TextBox 63" id="63"/>
            <p:cNvSpPr txBox="true"/>
            <p:nvPr/>
          </p:nvSpPr>
          <p:spPr>
            <a:xfrm rot="0">
              <a:off x="1043700" y="-180975"/>
              <a:ext cx="1898308" cy="2041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269"/>
                </a:lnSpc>
              </a:pPr>
              <a:r>
                <a:rPr lang="en-US" sz="8050" b="true">
                  <a:solidFill>
                    <a:srgbClr val="1496D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3 4</a:t>
              </a:r>
            </a:p>
          </p:txBody>
        </p:sp>
        <p:sp>
          <p:nvSpPr>
            <p:cNvPr name="Freeform 64" id="64"/>
            <p:cNvSpPr/>
            <p:nvPr/>
          </p:nvSpPr>
          <p:spPr>
            <a:xfrm flipH="false" flipV="false" rot="0">
              <a:off x="0" y="2443043"/>
              <a:ext cx="1824044" cy="1832350"/>
            </a:xfrm>
            <a:custGeom>
              <a:avLst/>
              <a:gdLst/>
              <a:ahLst/>
              <a:cxnLst/>
              <a:rect r="r" b="b" t="t" l="l"/>
              <a:pathLst>
                <a:path h="1832350" w="1824044">
                  <a:moveTo>
                    <a:pt x="0" y="0"/>
                  </a:moveTo>
                  <a:lnTo>
                    <a:pt x="1824044" y="0"/>
                  </a:lnTo>
                  <a:lnTo>
                    <a:pt x="1824044" y="1832350"/>
                  </a:lnTo>
                  <a:lnTo>
                    <a:pt x="0" y="1832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5" id="65"/>
            <p:cNvGrpSpPr/>
            <p:nvPr/>
          </p:nvGrpSpPr>
          <p:grpSpPr>
            <a:xfrm rot="0">
              <a:off x="227182" y="2493210"/>
              <a:ext cx="1369679" cy="1554223"/>
              <a:chOff x="0" y="0"/>
              <a:chExt cx="1369679" cy="1554223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1369679" cy="1554223"/>
              </a:xfrm>
              <a:custGeom>
                <a:avLst/>
                <a:gdLst/>
                <a:ahLst/>
                <a:cxnLst/>
                <a:rect r="r" b="b" t="t" l="l"/>
                <a:pathLst>
                  <a:path h="1554223" w="1369679">
                    <a:moveTo>
                      <a:pt x="0" y="0"/>
                    </a:moveTo>
                    <a:lnTo>
                      <a:pt x="1369679" y="0"/>
                    </a:lnTo>
                    <a:lnTo>
                      <a:pt x="1369679" y="1554223"/>
                    </a:lnTo>
                    <a:lnTo>
                      <a:pt x="0" y="155422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85725"/>
                <a:ext cx="1369679" cy="163994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598"/>
                  </a:lnSpc>
                </a:pPr>
                <a:r>
                  <a:rPr lang="en-US" sz="3999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1</a:t>
                </a:r>
              </a:p>
            </p:txBody>
          </p:sp>
        </p:grpSp>
        <p:sp>
          <p:nvSpPr>
            <p:cNvPr name="Freeform 68" id="68"/>
            <p:cNvSpPr/>
            <p:nvPr/>
          </p:nvSpPr>
          <p:spPr>
            <a:xfrm flipH="false" flipV="false" rot="0">
              <a:off x="2320759" y="2424804"/>
              <a:ext cx="1824044" cy="1832350"/>
            </a:xfrm>
            <a:custGeom>
              <a:avLst/>
              <a:gdLst/>
              <a:ahLst/>
              <a:cxnLst/>
              <a:rect r="r" b="b" t="t" l="l"/>
              <a:pathLst>
                <a:path h="1832350" w="1824044">
                  <a:moveTo>
                    <a:pt x="0" y="0"/>
                  </a:moveTo>
                  <a:lnTo>
                    <a:pt x="1824043" y="0"/>
                  </a:lnTo>
                  <a:lnTo>
                    <a:pt x="1824043" y="1832350"/>
                  </a:lnTo>
                  <a:lnTo>
                    <a:pt x="0" y="1832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9" id="69"/>
            <p:cNvGrpSpPr/>
            <p:nvPr/>
          </p:nvGrpSpPr>
          <p:grpSpPr>
            <a:xfrm rot="0">
              <a:off x="2547941" y="2474972"/>
              <a:ext cx="1369679" cy="1554223"/>
              <a:chOff x="0" y="0"/>
              <a:chExt cx="1369679" cy="1554223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1369679" cy="1554223"/>
              </a:xfrm>
              <a:custGeom>
                <a:avLst/>
                <a:gdLst/>
                <a:ahLst/>
                <a:cxnLst/>
                <a:rect r="r" b="b" t="t" l="l"/>
                <a:pathLst>
                  <a:path h="1554223" w="1369679">
                    <a:moveTo>
                      <a:pt x="0" y="0"/>
                    </a:moveTo>
                    <a:lnTo>
                      <a:pt x="1369679" y="0"/>
                    </a:lnTo>
                    <a:lnTo>
                      <a:pt x="1369679" y="1554223"/>
                    </a:lnTo>
                    <a:lnTo>
                      <a:pt x="0" y="155422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85725"/>
                <a:ext cx="1369679" cy="163994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598"/>
                  </a:lnSpc>
                </a:pPr>
                <a:r>
                  <a:rPr lang="en-US" sz="3999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3</a:t>
                </a:r>
              </a:p>
            </p:txBody>
          </p:sp>
        </p:grpSp>
        <p:sp>
          <p:nvSpPr>
            <p:cNvPr name="Freeform 72" id="72"/>
            <p:cNvSpPr/>
            <p:nvPr/>
          </p:nvSpPr>
          <p:spPr>
            <a:xfrm flipH="false" flipV="false" rot="0">
              <a:off x="0" y="4768906"/>
              <a:ext cx="1824044" cy="1832350"/>
            </a:xfrm>
            <a:custGeom>
              <a:avLst/>
              <a:gdLst/>
              <a:ahLst/>
              <a:cxnLst/>
              <a:rect r="r" b="b" t="t" l="l"/>
              <a:pathLst>
                <a:path h="1832350" w="1824044">
                  <a:moveTo>
                    <a:pt x="0" y="0"/>
                  </a:moveTo>
                  <a:lnTo>
                    <a:pt x="1824044" y="0"/>
                  </a:lnTo>
                  <a:lnTo>
                    <a:pt x="1824044" y="1832350"/>
                  </a:lnTo>
                  <a:lnTo>
                    <a:pt x="0" y="1832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3" id="73"/>
            <p:cNvGrpSpPr/>
            <p:nvPr/>
          </p:nvGrpSpPr>
          <p:grpSpPr>
            <a:xfrm rot="0">
              <a:off x="227182" y="4819073"/>
              <a:ext cx="1369679" cy="1554223"/>
              <a:chOff x="0" y="0"/>
              <a:chExt cx="1369679" cy="155422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1369679" cy="1554223"/>
              </a:xfrm>
              <a:custGeom>
                <a:avLst/>
                <a:gdLst/>
                <a:ahLst/>
                <a:cxnLst/>
                <a:rect r="r" b="b" t="t" l="l"/>
                <a:pathLst>
                  <a:path h="1554223" w="1369679">
                    <a:moveTo>
                      <a:pt x="0" y="0"/>
                    </a:moveTo>
                    <a:lnTo>
                      <a:pt x="1369679" y="0"/>
                    </a:lnTo>
                    <a:lnTo>
                      <a:pt x="1369679" y="1554223"/>
                    </a:lnTo>
                    <a:lnTo>
                      <a:pt x="0" y="155422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85725"/>
                <a:ext cx="1369679" cy="163994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598"/>
                  </a:lnSpc>
                </a:pPr>
                <a:r>
                  <a:rPr lang="en-US" sz="3999" b="true">
                    <a:solidFill>
                      <a:srgbClr val="00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2</a:t>
                </a:r>
              </a:p>
            </p:txBody>
          </p:sp>
        </p:grpSp>
        <p:sp>
          <p:nvSpPr>
            <p:cNvPr name="Freeform 76" id="76"/>
            <p:cNvSpPr/>
            <p:nvPr/>
          </p:nvSpPr>
          <p:spPr>
            <a:xfrm flipH="false" flipV="false" rot="0">
              <a:off x="2320759" y="4750666"/>
              <a:ext cx="1824044" cy="1832350"/>
            </a:xfrm>
            <a:custGeom>
              <a:avLst/>
              <a:gdLst/>
              <a:ahLst/>
              <a:cxnLst/>
              <a:rect r="r" b="b" t="t" l="l"/>
              <a:pathLst>
                <a:path h="1832350" w="1824044">
                  <a:moveTo>
                    <a:pt x="0" y="0"/>
                  </a:moveTo>
                  <a:lnTo>
                    <a:pt x="1824043" y="0"/>
                  </a:lnTo>
                  <a:lnTo>
                    <a:pt x="1824043" y="1832350"/>
                  </a:lnTo>
                  <a:lnTo>
                    <a:pt x="0" y="1832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7" id="77"/>
            <p:cNvGrpSpPr/>
            <p:nvPr/>
          </p:nvGrpSpPr>
          <p:grpSpPr>
            <a:xfrm rot="0">
              <a:off x="2547941" y="4800833"/>
              <a:ext cx="1369679" cy="1554223"/>
              <a:chOff x="0" y="0"/>
              <a:chExt cx="1369679" cy="1554223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1369679" cy="1554223"/>
              </a:xfrm>
              <a:custGeom>
                <a:avLst/>
                <a:gdLst/>
                <a:ahLst/>
                <a:cxnLst/>
                <a:rect r="r" b="b" t="t" l="l"/>
                <a:pathLst>
                  <a:path h="1554223" w="1369679">
                    <a:moveTo>
                      <a:pt x="0" y="0"/>
                    </a:moveTo>
                    <a:lnTo>
                      <a:pt x="1369679" y="0"/>
                    </a:lnTo>
                    <a:lnTo>
                      <a:pt x="1369679" y="1554223"/>
                    </a:lnTo>
                    <a:lnTo>
                      <a:pt x="0" y="155422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0" y="-85725"/>
                <a:ext cx="1369679" cy="163994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598"/>
                  </a:lnSpc>
                </a:pPr>
                <a:r>
                  <a:rPr lang="en-US" sz="3999" b="true">
                    <a:solidFill>
                      <a:srgbClr val="00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4</a:t>
                </a:r>
              </a:p>
            </p:txBody>
          </p:sp>
        </p:grpSp>
        <p:grpSp>
          <p:nvGrpSpPr>
            <p:cNvPr name="Group 80" id="80"/>
            <p:cNvGrpSpPr/>
            <p:nvPr/>
          </p:nvGrpSpPr>
          <p:grpSpPr>
            <a:xfrm rot="0">
              <a:off x="886621" y="4180852"/>
              <a:ext cx="50800" cy="682596"/>
              <a:chOff x="0" y="0"/>
              <a:chExt cx="50800" cy="682596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25400"/>
                <a:ext cx="50800" cy="631825"/>
              </a:xfrm>
              <a:custGeom>
                <a:avLst/>
                <a:gdLst/>
                <a:ahLst/>
                <a:cxnLst/>
                <a:rect r="r" b="b" t="t" l="l"/>
                <a:pathLst>
                  <a:path h="631825" w="50800">
                    <a:moveTo>
                      <a:pt x="50800" y="0"/>
                    </a:moveTo>
                    <a:lnTo>
                      <a:pt x="50800" y="631825"/>
                    </a:lnTo>
                    <a:lnTo>
                      <a:pt x="0" y="6318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82" id="82"/>
            <p:cNvGrpSpPr/>
            <p:nvPr/>
          </p:nvGrpSpPr>
          <p:grpSpPr>
            <a:xfrm rot="0">
              <a:off x="3207380" y="4162612"/>
              <a:ext cx="50800" cy="682596"/>
              <a:chOff x="0" y="0"/>
              <a:chExt cx="50800" cy="682596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25400"/>
                <a:ext cx="50800" cy="631825"/>
              </a:xfrm>
              <a:custGeom>
                <a:avLst/>
                <a:gdLst/>
                <a:ahLst/>
                <a:cxnLst/>
                <a:rect r="r" b="b" t="t" l="l"/>
                <a:pathLst>
                  <a:path h="631825" w="50800">
                    <a:moveTo>
                      <a:pt x="50800" y="0"/>
                    </a:moveTo>
                    <a:lnTo>
                      <a:pt x="50800" y="631825"/>
                    </a:lnTo>
                    <a:lnTo>
                      <a:pt x="0" y="6318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84" id="84"/>
            <p:cNvGrpSpPr/>
            <p:nvPr/>
          </p:nvGrpSpPr>
          <p:grpSpPr>
            <a:xfrm rot="0">
              <a:off x="2393242" y="7148875"/>
              <a:ext cx="1685759" cy="1691296"/>
              <a:chOff x="0" y="0"/>
              <a:chExt cx="1685759" cy="1691296"/>
            </a:xfrm>
          </p:grpSpPr>
          <p:sp>
            <p:nvSpPr>
              <p:cNvPr name="Freeform 85" id="85"/>
              <p:cNvSpPr/>
              <p:nvPr/>
            </p:nvSpPr>
            <p:spPr>
              <a:xfrm flipH="false" flipV="false" rot="0">
                <a:off x="0" y="0"/>
                <a:ext cx="1685798" cy="1691386"/>
              </a:xfrm>
              <a:custGeom>
                <a:avLst/>
                <a:gdLst/>
                <a:ahLst/>
                <a:cxnLst/>
                <a:rect r="r" b="b" t="t" l="l"/>
                <a:pathLst>
                  <a:path h="1691386" w="1685798">
                    <a:moveTo>
                      <a:pt x="842899" y="0"/>
                    </a:moveTo>
                    <a:cubicBezTo>
                      <a:pt x="377317" y="0"/>
                      <a:pt x="0" y="378587"/>
                      <a:pt x="0" y="845693"/>
                    </a:cubicBezTo>
                    <a:cubicBezTo>
                      <a:pt x="0" y="1312799"/>
                      <a:pt x="377317" y="1691386"/>
                      <a:pt x="842899" y="1691386"/>
                    </a:cubicBezTo>
                    <a:cubicBezTo>
                      <a:pt x="1308481" y="1691386"/>
                      <a:pt x="1685798" y="1312799"/>
                      <a:pt x="1685798" y="845693"/>
                    </a:cubicBezTo>
                    <a:cubicBezTo>
                      <a:pt x="1685798" y="378587"/>
                      <a:pt x="1308354" y="0"/>
                      <a:pt x="84289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86" id="86"/>
            <p:cNvGrpSpPr/>
            <p:nvPr/>
          </p:nvGrpSpPr>
          <p:grpSpPr>
            <a:xfrm rot="0">
              <a:off x="2551282" y="7129638"/>
              <a:ext cx="1369679" cy="1551972"/>
              <a:chOff x="0" y="0"/>
              <a:chExt cx="1369679" cy="1551972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1369679" cy="1551972"/>
              </a:xfrm>
              <a:custGeom>
                <a:avLst/>
                <a:gdLst/>
                <a:ahLst/>
                <a:cxnLst/>
                <a:rect r="r" b="b" t="t" l="l"/>
                <a:pathLst>
                  <a:path h="1551972" w="1369679">
                    <a:moveTo>
                      <a:pt x="0" y="0"/>
                    </a:moveTo>
                    <a:lnTo>
                      <a:pt x="1369679" y="0"/>
                    </a:lnTo>
                    <a:lnTo>
                      <a:pt x="1369679" y="1551972"/>
                    </a:lnTo>
                    <a:lnTo>
                      <a:pt x="0" y="155197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88" id="88"/>
              <p:cNvSpPr txBox="true"/>
              <p:nvPr/>
            </p:nvSpPr>
            <p:spPr>
              <a:xfrm>
                <a:off x="0" y="-85725"/>
                <a:ext cx="1369679" cy="16376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598"/>
                  </a:lnSpc>
                </a:pPr>
                <a:r>
                  <a:rPr lang="en-US" sz="3999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5</a:t>
                </a:r>
              </a:p>
            </p:txBody>
          </p:sp>
        </p:grpSp>
      </p:grpSp>
      <p:grpSp>
        <p:nvGrpSpPr>
          <p:cNvPr name="Group 89" id="89"/>
          <p:cNvGrpSpPr/>
          <p:nvPr/>
        </p:nvGrpSpPr>
        <p:grpSpPr>
          <a:xfrm rot="0">
            <a:off x="14577648" y="847725"/>
            <a:ext cx="3050196" cy="6695339"/>
            <a:chOff x="0" y="0"/>
            <a:chExt cx="4066928" cy="8927118"/>
          </a:xfrm>
        </p:grpSpPr>
        <p:sp>
          <p:nvSpPr>
            <p:cNvPr name="TextBox 90" id="90"/>
            <p:cNvSpPr txBox="true"/>
            <p:nvPr/>
          </p:nvSpPr>
          <p:spPr>
            <a:xfrm rot="0">
              <a:off x="1047042" y="-180975"/>
              <a:ext cx="1898308" cy="20410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269"/>
                </a:lnSpc>
              </a:pPr>
              <a:r>
                <a:rPr lang="en-US" sz="8050" b="true">
                  <a:solidFill>
                    <a:srgbClr val="1496D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2 3</a:t>
              </a:r>
            </a:p>
          </p:txBody>
        </p:sp>
        <p:sp>
          <p:nvSpPr>
            <p:cNvPr name="Freeform 91" id="91"/>
            <p:cNvSpPr/>
            <p:nvPr/>
          </p:nvSpPr>
          <p:spPr>
            <a:xfrm flipH="false" flipV="false" rot="0">
              <a:off x="0" y="4768906"/>
              <a:ext cx="1824044" cy="1832350"/>
            </a:xfrm>
            <a:custGeom>
              <a:avLst/>
              <a:gdLst/>
              <a:ahLst/>
              <a:cxnLst/>
              <a:rect r="r" b="b" t="t" l="l"/>
              <a:pathLst>
                <a:path h="1832350" w="1824044">
                  <a:moveTo>
                    <a:pt x="0" y="0"/>
                  </a:moveTo>
                  <a:lnTo>
                    <a:pt x="1824044" y="0"/>
                  </a:lnTo>
                  <a:lnTo>
                    <a:pt x="1824044" y="1832350"/>
                  </a:lnTo>
                  <a:lnTo>
                    <a:pt x="0" y="1832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2" id="92"/>
            <p:cNvGrpSpPr/>
            <p:nvPr/>
          </p:nvGrpSpPr>
          <p:grpSpPr>
            <a:xfrm rot="0">
              <a:off x="227182" y="4819073"/>
              <a:ext cx="1369679" cy="1554223"/>
              <a:chOff x="0" y="0"/>
              <a:chExt cx="1369679" cy="1554223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1369679" cy="1554223"/>
              </a:xfrm>
              <a:custGeom>
                <a:avLst/>
                <a:gdLst/>
                <a:ahLst/>
                <a:cxnLst/>
                <a:rect r="r" b="b" t="t" l="l"/>
                <a:pathLst>
                  <a:path h="1554223" w="1369679">
                    <a:moveTo>
                      <a:pt x="0" y="0"/>
                    </a:moveTo>
                    <a:lnTo>
                      <a:pt x="1369679" y="0"/>
                    </a:lnTo>
                    <a:lnTo>
                      <a:pt x="1369679" y="1554223"/>
                    </a:lnTo>
                    <a:lnTo>
                      <a:pt x="0" y="155422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0" y="-85725"/>
                <a:ext cx="1369679" cy="163994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598"/>
                  </a:lnSpc>
                </a:pPr>
                <a:r>
                  <a:rPr lang="en-US" sz="3999" b="true">
                    <a:solidFill>
                      <a:srgbClr val="060506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1</a:t>
                </a:r>
              </a:p>
            </p:txBody>
          </p:sp>
        </p:grpSp>
        <p:sp>
          <p:nvSpPr>
            <p:cNvPr name="Freeform 95" id="95"/>
            <p:cNvSpPr/>
            <p:nvPr/>
          </p:nvSpPr>
          <p:spPr>
            <a:xfrm flipH="false" flipV="false" rot="0">
              <a:off x="1092200" y="2362472"/>
              <a:ext cx="1824044" cy="1832350"/>
            </a:xfrm>
            <a:custGeom>
              <a:avLst/>
              <a:gdLst/>
              <a:ahLst/>
              <a:cxnLst/>
              <a:rect r="r" b="b" t="t" l="l"/>
              <a:pathLst>
                <a:path h="1832350" w="1824044">
                  <a:moveTo>
                    <a:pt x="0" y="0"/>
                  </a:moveTo>
                  <a:lnTo>
                    <a:pt x="1824044" y="0"/>
                  </a:lnTo>
                  <a:lnTo>
                    <a:pt x="1824044" y="1832350"/>
                  </a:lnTo>
                  <a:lnTo>
                    <a:pt x="0" y="1832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6" id="96"/>
            <p:cNvGrpSpPr/>
            <p:nvPr/>
          </p:nvGrpSpPr>
          <p:grpSpPr>
            <a:xfrm rot="0">
              <a:off x="1319382" y="2412640"/>
              <a:ext cx="1369679" cy="1554223"/>
              <a:chOff x="0" y="0"/>
              <a:chExt cx="1369679" cy="1554223"/>
            </a:xfrm>
          </p:grpSpPr>
          <p:sp>
            <p:nvSpPr>
              <p:cNvPr name="Freeform 97" id="97"/>
              <p:cNvSpPr/>
              <p:nvPr/>
            </p:nvSpPr>
            <p:spPr>
              <a:xfrm flipH="false" flipV="false" rot="0">
                <a:off x="0" y="0"/>
                <a:ext cx="1369679" cy="1554223"/>
              </a:xfrm>
              <a:custGeom>
                <a:avLst/>
                <a:gdLst/>
                <a:ahLst/>
                <a:cxnLst/>
                <a:rect r="r" b="b" t="t" l="l"/>
                <a:pathLst>
                  <a:path h="1554223" w="1369679">
                    <a:moveTo>
                      <a:pt x="0" y="0"/>
                    </a:moveTo>
                    <a:lnTo>
                      <a:pt x="1369679" y="0"/>
                    </a:lnTo>
                    <a:lnTo>
                      <a:pt x="1369679" y="1554223"/>
                    </a:lnTo>
                    <a:lnTo>
                      <a:pt x="0" y="155422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98" id="98"/>
              <p:cNvSpPr txBox="true"/>
              <p:nvPr/>
            </p:nvSpPr>
            <p:spPr>
              <a:xfrm>
                <a:off x="0" y="-85725"/>
                <a:ext cx="1369679" cy="163994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598"/>
                  </a:lnSpc>
                </a:pPr>
                <a:r>
                  <a:rPr lang="en-US" sz="3999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3</a:t>
                </a:r>
              </a:p>
            </p:txBody>
          </p:sp>
        </p:grpSp>
        <p:sp>
          <p:nvSpPr>
            <p:cNvPr name="Freeform 99" id="99"/>
            <p:cNvSpPr/>
            <p:nvPr/>
          </p:nvSpPr>
          <p:spPr>
            <a:xfrm flipH="false" flipV="false" rot="0">
              <a:off x="0" y="7094768"/>
              <a:ext cx="1824044" cy="1832350"/>
            </a:xfrm>
            <a:custGeom>
              <a:avLst/>
              <a:gdLst/>
              <a:ahLst/>
              <a:cxnLst/>
              <a:rect r="r" b="b" t="t" l="l"/>
              <a:pathLst>
                <a:path h="1832350" w="1824044">
                  <a:moveTo>
                    <a:pt x="0" y="0"/>
                  </a:moveTo>
                  <a:lnTo>
                    <a:pt x="1824044" y="0"/>
                  </a:lnTo>
                  <a:lnTo>
                    <a:pt x="1824044" y="1832350"/>
                  </a:lnTo>
                  <a:lnTo>
                    <a:pt x="0" y="1832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0" id="100"/>
            <p:cNvGrpSpPr/>
            <p:nvPr/>
          </p:nvGrpSpPr>
          <p:grpSpPr>
            <a:xfrm rot="0">
              <a:off x="227182" y="7144936"/>
              <a:ext cx="1369679" cy="1554223"/>
              <a:chOff x="0" y="0"/>
              <a:chExt cx="1369679" cy="1554223"/>
            </a:xfrm>
          </p:grpSpPr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369679" cy="1554223"/>
              </a:xfrm>
              <a:custGeom>
                <a:avLst/>
                <a:gdLst/>
                <a:ahLst/>
                <a:cxnLst/>
                <a:rect r="r" b="b" t="t" l="l"/>
                <a:pathLst>
                  <a:path h="1554223" w="1369679">
                    <a:moveTo>
                      <a:pt x="0" y="0"/>
                    </a:moveTo>
                    <a:lnTo>
                      <a:pt x="1369679" y="0"/>
                    </a:lnTo>
                    <a:lnTo>
                      <a:pt x="1369679" y="1554223"/>
                    </a:lnTo>
                    <a:lnTo>
                      <a:pt x="0" y="155422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02" id="102"/>
              <p:cNvSpPr txBox="true"/>
              <p:nvPr/>
            </p:nvSpPr>
            <p:spPr>
              <a:xfrm>
                <a:off x="0" y="-85725"/>
                <a:ext cx="1369679" cy="163994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598"/>
                  </a:lnSpc>
                </a:pPr>
                <a:r>
                  <a:rPr lang="en-US" sz="3999" b="true">
                    <a:solidFill>
                      <a:srgbClr val="00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2</a:t>
                </a:r>
              </a:p>
            </p:txBody>
          </p:sp>
        </p:grpSp>
        <p:sp>
          <p:nvSpPr>
            <p:cNvPr name="Freeform 103" id="103"/>
            <p:cNvSpPr/>
            <p:nvPr/>
          </p:nvSpPr>
          <p:spPr>
            <a:xfrm flipH="false" flipV="false" rot="0">
              <a:off x="2242884" y="4750666"/>
              <a:ext cx="1824044" cy="1832350"/>
            </a:xfrm>
            <a:custGeom>
              <a:avLst/>
              <a:gdLst/>
              <a:ahLst/>
              <a:cxnLst/>
              <a:rect r="r" b="b" t="t" l="l"/>
              <a:pathLst>
                <a:path h="1832350" w="1824044">
                  <a:moveTo>
                    <a:pt x="0" y="0"/>
                  </a:moveTo>
                  <a:lnTo>
                    <a:pt x="1824044" y="0"/>
                  </a:lnTo>
                  <a:lnTo>
                    <a:pt x="1824044" y="1832350"/>
                  </a:lnTo>
                  <a:lnTo>
                    <a:pt x="0" y="1832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4" id="104"/>
            <p:cNvGrpSpPr/>
            <p:nvPr/>
          </p:nvGrpSpPr>
          <p:grpSpPr>
            <a:xfrm rot="0">
              <a:off x="2470066" y="4800833"/>
              <a:ext cx="1369679" cy="1554223"/>
              <a:chOff x="0" y="0"/>
              <a:chExt cx="1369679" cy="1554223"/>
            </a:xfrm>
          </p:grpSpPr>
          <p:sp>
            <p:nvSpPr>
              <p:cNvPr name="Freeform 105" id="105"/>
              <p:cNvSpPr/>
              <p:nvPr/>
            </p:nvSpPr>
            <p:spPr>
              <a:xfrm flipH="false" flipV="false" rot="0">
                <a:off x="0" y="0"/>
                <a:ext cx="1369679" cy="1554223"/>
              </a:xfrm>
              <a:custGeom>
                <a:avLst/>
                <a:gdLst/>
                <a:ahLst/>
                <a:cxnLst/>
                <a:rect r="r" b="b" t="t" l="l"/>
                <a:pathLst>
                  <a:path h="1554223" w="1369679">
                    <a:moveTo>
                      <a:pt x="0" y="0"/>
                    </a:moveTo>
                    <a:lnTo>
                      <a:pt x="1369679" y="0"/>
                    </a:lnTo>
                    <a:lnTo>
                      <a:pt x="1369679" y="1554223"/>
                    </a:lnTo>
                    <a:lnTo>
                      <a:pt x="0" y="155422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06" id="106"/>
              <p:cNvSpPr txBox="true"/>
              <p:nvPr/>
            </p:nvSpPr>
            <p:spPr>
              <a:xfrm>
                <a:off x="0" y="-85725"/>
                <a:ext cx="1369679" cy="1639948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598"/>
                  </a:lnSpc>
                </a:pPr>
                <a:r>
                  <a:rPr lang="en-US" sz="3999" b="true">
                    <a:solidFill>
                      <a:srgbClr val="00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4</a:t>
                </a:r>
              </a:p>
            </p:txBody>
          </p:sp>
        </p:grpSp>
        <p:grpSp>
          <p:nvGrpSpPr>
            <p:cNvPr name="Group 107" id="107"/>
            <p:cNvGrpSpPr/>
            <p:nvPr/>
          </p:nvGrpSpPr>
          <p:grpSpPr>
            <a:xfrm rot="0">
              <a:off x="886621" y="6506715"/>
              <a:ext cx="50800" cy="682596"/>
              <a:chOff x="0" y="0"/>
              <a:chExt cx="50800" cy="682596"/>
            </a:xfrm>
          </p:grpSpPr>
          <p:sp>
            <p:nvSpPr>
              <p:cNvPr name="Freeform 108" id="108"/>
              <p:cNvSpPr/>
              <p:nvPr/>
            </p:nvSpPr>
            <p:spPr>
              <a:xfrm flipH="false" flipV="false" rot="0">
                <a:off x="0" y="25400"/>
                <a:ext cx="50800" cy="631825"/>
              </a:xfrm>
              <a:custGeom>
                <a:avLst/>
                <a:gdLst/>
                <a:ahLst/>
                <a:cxnLst/>
                <a:rect r="r" b="b" t="t" l="l"/>
                <a:pathLst>
                  <a:path h="631825" w="50800">
                    <a:moveTo>
                      <a:pt x="50800" y="0"/>
                    </a:moveTo>
                    <a:lnTo>
                      <a:pt x="50800" y="631825"/>
                    </a:lnTo>
                    <a:lnTo>
                      <a:pt x="0" y="6318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09" id="109"/>
            <p:cNvGrpSpPr/>
            <p:nvPr/>
          </p:nvGrpSpPr>
          <p:grpSpPr>
            <a:xfrm rot="0">
              <a:off x="1978821" y="4100280"/>
              <a:ext cx="1201484" cy="744928"/>
              <a:chOff x="0" y="0"/>
              <a:chExt cx="1201484" cy="744928"/>
            </a:xfrm>
          </p:grpSpPr>
          <p:sp>
            <p:nvSpPr>
              <p:cNvPr name="Freeform 110" id="110"/>
              <p:cNvSpPr/>
              <p:nvPr/>
            </p:nvSpPr>
            <p:spPr>
              <a:xfrm flipH="false" flipV="false" rot="0">
                <a:off x="12319" y="3683"/>
                <a:ext cx="1176909" cy="737616"/>
              </a:xfrm>
              <a:custGeom>
                <a:avLst/>
                <a:gdLst/>
                <a:ahLst/>
                <a:cxnLst/>
                <a:rect r="r" b="b" t="t" l="l"/>
                <a:pathLst>
                  <a:path h="737616" w="1176909">
                    <a:moveTo>
                      <a:pt x="26162" y="0"/>
                    </a:moveTo>
                    <a:lnTo>
                      <a:pt x="1176909" y="694055"/>
                    </a:lnTo>
                    <a:lnTo>
                      <a:pt x="1150620" y="737616"/>
                    </a:lnTo>
                    <a:lnTo>
                      <a:pt x="0" y="4343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11" id="111"/>
            <p:cNvGrpSpPr/>
            <p:nvPr/>
          </p:nvGrpSpPr>
          <p:grpSpPr>
            <a:xfrm rot="0">
              <a:off x="886621" y="4100280"/>
              <a:ext cx="1143000" cy="763168"/>
              <a:chOff x="0" y="0"/>
              <a:chExt cx="1143000" cy="763168"/>
            </a:xfrm>
          </p:grpSpPr>
          <p:sp>
            <p:nvSpPr>
              <p:cNvPr name="Freeform 112" id="112"/>
              <p:cNvSpPr/>
              <p:nvPr/>
            </p:nvSpPr>
            <p:spPr>
              <a:xfrm flipH="false" flipV="false" rot="0">
                <a:off x="11557" y="4064"/>
                <a:ext cx="1119886" cy="755015"/>
              </a:xfrm>
              <a:custGeom>
                <a:avLst/>
                <a:gdLst/>
                <a:ahLst/>
                <a:cxnLst/>
                <a:rect r="r" b="b" t="t" l="l"/>
                <a:pathLst>
                  <a:path h="755015" w="1119886">
                    <a:moveTo>
                      <a:pt x="1119886" y="42672"/>
                    </a:moveTo>
                    <a:lnTo>
                      <a:pt x="27686" y="755015"/>
                    </a:lnTo>
                    <a:lnTo>
                      <a:pt x="0" y="712470"/>
                    </a:lnTo>
                    <a:lnTo>
                      <a:pt x="1092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13" id="113"/>
            <p:cNvGrpSpPr/>
            <p:nvPr/>
          </p:nvGrpSpPr>
          <p:grpSpPr>
            <a:xfrm rot="0">
              <a:off x="2315368" y="7148875"/>
              <a:ext cx="1685759" cy="1691296"/>
              <a:chOff x="0" y="0"/>
              <a:chExt cx="1685759" cy="1691296"/>
            </a:xfrm>
          </p:grpSpPr>
          <p:sp>
            <p:nvSpPr>
              <p:cNvPr name="Freeform 114" id="114"/>
              <p:cNvSpPr/>
              <p:nvPr/>
            </p:nvSpPr>
            <p:spPr>
              <a:xfrm flipH="false" flipV="false" rot="0">
                <a:off x="0" y="0"/>
                <a:ext cx="1685798" cy="1691386"/>
              </a:xfrm>
              <a:custGeom>
                <a:avLst/>
                <a:gdLst/>
                <a:ahLst/>
                <a:cxnLst/>
                <a:rect r="r" b="b" t="t" l="l"/>
                <a:pathLst>
                  <a:path h="1691386" w="1685798">
                    <a:moveTo>
                      <a:pt x="842899" y="0"/>
                    </a:moveTo>
                    <a:cubicBezTo>
                      <a:pt x="377317" y="0"/>
                      <a:pt x="0" y="378587"/>
                      <a:pt x="0" y="845693"/>
                    </a:cubicBezTo>
                    <a:cubicBezTo>
                      <a:pt x="0" y="1312799"/>
                      <a:pt x="377317" y="1691386"/>
                      <a:pt x="842899" y="1691386"/>
                    </a:cubicBezTo>
                    <a:cubicBezTo>
                      <a:pt x="1308481" y="1691386"/>
                      <a:pt x="1685798" y="1312799"/>
                      <a:pt x="1685798" y="845693"/>
                    </a:cubicBezTo>
                    <a:cubicBezTo>
                      <a:pt x="1685798" y="378587"/>
                      <a:pt x="1308354" y="0"/>
                      <a:pt x="84289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2473408" y="7129638"/>
              <a:ext cx="1369679" cy="1551972"/>
              <a:chOff x="0" y="0"/>
              <a:chExt cx="1369679" cy="1551972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0" y="0"/>
                <a:ext cx="1369679" cy="1551972"/>
              </a:xfrm>
              <a:custGeom>
                <a:avLst/>
                <a:gdLst/>
                <a:ahLst/>
                <a:cxnLst/>
                <a:rect r="r" b="b" t="t" l="l"/>
                <a:pathLst>
                  <a:path h="1551972" w="1369679">
                    <a:moveTo>
                      <a:pt x="0" y="0"/>
                    </a:moveTo>
                    <a:lnTo>
                      <a:pt x="1369679" y="0"/>
                    </a:lnTo>
                    <a:lnTo>
                      <a:pt x="1369679" y="1551972"/>
                    </a:lnTo>
                    <a:lnTo>
                      <a:pt x="0" y="155197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17" id="117"/>
              <p:cNvSpPr txBox="true"/>
              <p:nvPr/>
            </p:nvSpPr>
            <p:spPr>
              <a:xfrm>
                <a:off x="0" y="-85725"/>
                <a:ext cx="1369679" cy="163769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598"/>
                  </a:lnSpc>
                </a:pPr>
                <a:r>
                  <a:rPr lang="en-US" sz="3999" b="true">
                    <a:solidFill>
                      <a:srgbClr val="FFFF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5</a:t>
                </a:r>
              </a:p>
            </p:txBody>
          </p:sp>
        </p:grpSp>
      </p:grpSp>
      <p:sp>
        <p:nvSpPr>
          <p:cNvPr name="TextBox 118" id="118"/>
          <p:cNvSpPr txBox="true"/>
          <p:nvPr/>
        </p:nvSpPr>
        <p:spPr>
          <a:xfrm rot="0">
            <a:off x="14045034" y="7853157"/>
            <a:ext cx="4059523" cy="1776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EB1D24"/>
                </a:solidFill>
                <a:latin typeface="Arial Bold"/>
                <a:ea typeface="Arial Bold"/>
                <a:cs typeface="Arial Bold"/>
                <a:sym typeface="Arial Bold"/>
              </a:rPr>
              <a:t>1 e 4 estão no mesmo grupo?</a:t>
            </a:r>
          </a:p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SIM!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666260"/>
            <a:ext cx="13517083" cy="2954479"/>
          </a:xfrm>
          <a:custGeom>
            <a:avLst/>
            <a:gdLst/>
            <a:ahLst/>
            <a:cxnLst/>
            <a:rect r="r" b="b" t="t" l="l"/>
            <a:pathLst>
              <a:path h="2954479" w="13517083">
                <a:moveTo>
                  <a:pt x="0" y="0"/>
                </a:moveTo>
                <a:lnTo>
                  <a:pt x="13517083" y="0"/>
                </a:lnTo>
                <a:lnTo>
                  <a:pt x="13517083" y="2954480"/>
                </a:lnTo>
                <a:lnTo>
                  <a:pt x="0" y="2954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13" t="-81253" r="-17886" b="-8299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57250"/>
            <a:ext cx="11741467" cy="77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8"/>
              </a:lnSpc>
            </a:pPr>
            <a:r>
              <a:rPr lang="en-US" sz="3999" b="true">
                <a:solidFill>
                  <a:srgbClr val="060506"/>
                </a:solidFill>
                <a:latin typeface="Arial Bold"/>
                <a:ea typeface="Arial Bold"/>
                <a:cs typeface="Arial Bold"/>
                <a:sym typeface="Arial Bold"/>
              </a:rPr>
              <a:t>Código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533841" y="8338610"/>
            <a:ext cx="621862" cy="919690"/>
            <a:chOff x="0" y="0"/>
            <a:chExt cx="829149" cy="12262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9183" cy="1226312"/>
            </a:xfrm>
            <a:custGeom>
              <a:avLst/>
              <a:gdLst/>
              <a:ahLst/>
              <a:cxnLst/>
              <a:rect r="r" b="b" t="t" l="l"/>
              <a:pathLst>
                <a:path h="1226312" w="829183">
                  <a:moveTo>
                    <a:pt x="0" y="0"/>
                  </a:moveTo>
                  <a:lnTo>
                    <a:pt x="829183" y="0"/>
                  </a:lnTo>
                  <a:lnTo>
                    <a:pt x="829183" y="1226312"/>
                  </a:lnTo>
                  <a:lnTo>
                    <a:pt x="0" y="1226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57" t="0" r="-7853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372624" y="8384120"/>
            <a:ext cx="886676" cy="828670"/>
            <a:chOff x="0" y="0"/>
            <a:chExt cx="1182235" cy="11048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82243" cy="1104900"/>
            </a:xfrm>
            <a:custGeom>
              <a:avLst/>
              <a:gdLst/>
              <a:ahLst/>
              <a:cxnLst/>
              <a:rect r="r" b="b" t="t" l="l"/>
              <a:pathLst>
                <a:path h="1104900" w="1182243">
                  <a:moveTo>
                    <a:pt x="0" y="0"/>
                  </a:moveTo>
                  <a:lnTo>
                    <a:pt x="1182243" y="0"/>
                  </a:lnTo>
                  <a:lnTo>
                    <a:pt x="1182243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54795" y="-466320"/>
            <a:ext cx="13378409" cy="11219640"/>
            <a:chOff x="0" y="0"/>
            <a:chExt cx="16355093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35502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355025">
                  <a:moveTo>
                    <a:pt x="0" y="0"/>
                  </a:moveTo>
                  <a:lnTo>
                    <a:pt x="16355025" y="0"/>
                  </a:lnTo>
                  <a:lnTo>
                    <a:pt x="16355025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648" r="0" b="-864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33841" y="8338610"/>
            <a:ext cx="621862" cy="919690"/>
            <a:chOff x="0" y="0"/>
            <a:chExt cx="829149" cy="12262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9183" cy="1226312"/>
            </a:xfrm>
            <a:custGeom>
              <a:avLst/>
              <a:gdLst/>
              <a:ahLst/>
              <a:cxnLst/>
              <a:rect r="r" b="b" t="t" l="l"/>
              <a:pathLst>
                <a:path h="1226312" w="829183">
                  <a:moveTo>
                    <a:pt x="0" y="0"/>
                  </a:moveTo>
                  <a:lnTo>
                    <a:pt x="829183" y="0"/>
                  </a:lnTo>
                  <a:lnTo>
                    <a:pt x="829183" y="1226312"/>
                  </a:lnTo>
                  <a:lnTo>
                    <a:pt x="0" y="1226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857" t="0" r="-7853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372624" y="8384120"/>
            <a:ext cx="886676" cy="828670"/>
            <a:chOff x="0" y="0"/>
            <a:chExt cx="1182235" cy="11048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82243" cy="1104900"/>
            </a:xfrm>
            <a:custGeom>
              <a:avLst/>
              <a:gdLst/>
              <a:ahLst/>
              <a:cxnLst/>
              <a:rect r="r" b="b" t="t" l="l"/>
              <a:pathLst>
                <a:path h="1104900" w="1182243">
                  <a:moveTo>
                    <a:pt x="0" y="0"/>
                  </a:moveTo>
                  <a:lnTo>
                    <a:pt x="1182243" y="0"/>
                  </a:lnTo>
                  <a:lnTo>
                    <a:pt x="1182243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DAG3eu_Bo_c</dc:identifier>
  <dcterms:modified xsi:type="dcterms:W3CDTF">2011-08-01T06:04:30Z</dcterms:modified>
  <cp:revision>1</cp:revision>
  <dc:title>Apresentação de Union Find.pptx</dc:title>
</cp:coreProperties>
</file>